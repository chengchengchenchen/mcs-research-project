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ppm"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41130059ae474ffa" Type="http://schemas.microsoft.com/office/2006/relationships/ui/extensibility" Target="customUI/customUI.xml"/><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2"/>
  </p:notesMasterIdLst>
  <p:handoutMasterIdLst>
    <p:handoutMasterId r:id="rId23"/>
  </p:handoutMasterIdLst>
  <p:sldIdLst>
    <p:sldId id="370" r:id="rId5"/>
    <p:sldId id="456" r:id="rId6"/>
    <p:sldId id="469" r:id="rId7"/>
    <p:sldId id="466" r:id="rId8"/>
    <p:sldId id="471" r:id="rId9"/>
    <p:sldId id="472" r:id="rId10"/>
    <p:sldId id="473" r:id="rId11"/>
    <p:sldId id="477" r:id="rId12"/>
    <p:sldId id="478" r:id="rId13"/>
    <p:sldId id="468" r:id="rId14"/>
    <p:sldId id="461" r:id="rId15"/>
    <p:sldId id="458" r:id="rId16"/>
    <p:sldId id="465" r:id="rId17"/>
    <p:sldId id="462" r:id="rId18"/>
    <p:sldId id="459" r:id="rId19"/>
    <p:sldId id="460" r:id="rId20"/>
    <p:sldId id="463" r:id="rId21"/>
  </p:sldIdLst>
  <p:sldSz cx="12192000" cy="6858000"/>
  <p:notesSz cx="6858000" cy="9144000"/>
  <p:defaultTextStyle>
    <a:defPPr>
      <a:defRPr lang="en-US"/>
    </a:defPPr>
    <a:lvl1pPr marL="0" algn="l" defTabSz="1218895" rtl="0" eaLnBrk="1" latinLnBrk="0" hangingPunct="1">
      <a:defRPr sz="2399" kern="1200">
        <a:solidFill>
          <a:schemeClr val="tx1"/>
        </a:solidFill>
        <a:latin typeface="+mn-lt"/>
        <a:ea typeface="+mn-ea"/>
        <a:cs typeface="+mn-cs"/>
      </a:defRPr>
    </a:lvl1pPr>
    <a:lvl2pPr marL="609448" algn="l" defTabSz="1218895" rtl="0" eaLnBrk="1" latinLnBrk="0" hangingPunct="1">
      <a:defRPr sz="2399" kern="1200">
        <a:solidFill>
          <a:schemeClr val="tx1"/>
        </a:solidFill>
        <a:latin typeface="+mn-lt"/>
        <a:ea typeface="+mn-ea"/>
        <a:cs typeface="+mn-cs"/>
      </a:defRPr>
    </a:lvl2pPr>
    <a:lvl3pPr marL="1218895" algn="l" defTabSz="1218895" rtl="0" eaLnBrk="1" latinLnBrk="0" hangingPunct="1">
      <a:defRPr sz="2399" kern="1200">
        <a:solidFill>
          <a:schemeClr val="tx1"/>
        </a:solidFill>
        <a:latin typeface="+mn-lt"/>
        <a:ea typeface="+mn-ea"/>
        <a:cs typeface="+mn-cs"/>
      </a:defRPr>
    </a:lvl3pPr>
    <a:lvl4pPr marL="1828343" algn="l" defTabSz="1218895" rtl="0" eaLnBrk="1" latinLnBrk="0" hangingPunct="1">
      <a:defRPr sz="2399" kern="1200">
        <a:solidFill>
          <a:schemeClr val="tx1"/>
        </a:solidFill>
        <a:latin typeface="+mn-lt"/>
        <a:ea typeface="+mn-ea"/>
        <a:cs typeface="+mn-cs"/>
      </a:defRPr>
    </a:lvl4pPr>
    <a:lvl5pPr marL="2437790" algn="l" defTabSz="1218895" rtl="0" eaLnBrk="1" latinLnBrk="0" hangingPunct="1">
      <a:defRPr sz="2399" kern="1200">
        <a:solidFill>
          <a:schemeClr val="tx1"/>
        </a:solidFill>
        <a:latin typeface="+mn-lt"/>
        <a:ea typeface="+mn-ea"/>
        <a:cs typeface="+mn-cs"/>
      </a:defRPr>
    </a:lvl5pPr>
    <a:lvl6pPr marL="3047238" algn="l" defTabSz="1218895" rtl="0" eaLnBrk="1" latinLnBrk="0" hangingPunct="1">
      <a:defRPr sz="2399" kern="1200">
        <a:solidFill>
          <a:schemeClr val="tx1"/>
        </a:solidFill>
        <a:latin typeface="+mn-lt"/>
        <a:ea typeface="+mn-ea"/>
        <a:cs typeface="+mn-cs"/>
      </a:defRPr>
    </a:lvl6pPr>
    <a:lvl7pPr marL="3656686" algn="l" defTabSz="1218895" rtl="0" eaLnBrk="1" latinLnBrk="0" hangingPunct="1">
      <a:defRPr sz="2399" kern="1200">
        <a:solidFill>
          <a:schemeClr val="tx1"/>
        </a:solidFill>
        <a:latin typeface="+mn-lt"/>
        <a:ea typeface="+mn-ea"/>
        <a:cs typeface="+mn-cs"/>
      </a:defRPr>
    </a:lvl7pPr>
    <a:lvl8pPr marL="4266133" algn="l" defTabSz="1218895" rtl="0" eaLnBrk="1" latinLnBrk="0" hangingPunct="1">
      <a:defRPr sz="2399" kern="1200">
        <a:solidFill>
          <a:schemeClr val="tx1"/>
        </a:solidFill>
        <a:latin typeface="+mn-lt"/>
        <a:ea typeface="+mn-ea"/>
        <a:cs typeface="+mn-cs"/>
      </a:defRPr>
    </a:lvl8pPr>
    <a:lvl9pPr marL="4875581" algn="l" defTabSz="1218895" rtl="0" eaLnBrk="1" latinLnBrk="0" hangingPunct="1">
      <a:defRPr sz="2399" kern="1200">
        <a:solidFill>
          <a:schemeClr val="tx1"/>
        </a:solidFill>
        <a:latin typeface="+mn-lt"/>
        <a:ea typeface="+mn-ea"/>
        <a:cs typeface="+mn-cs"/>
      </a:defRPr>
    </a:lvl9pPr>
  </p:defaultTextStyle>
  <p:extLst>
    <p:ext uri="{521415D9-36F7-43E2-AB2F-B90AF26B5E84}">
      <p14:sectionLst xmlns:p14="http://schemas.microsoft.com/office/powerpoint/2010/main">
        <p14:section name="Right Click for Option" id="{4FDA67CD-A15C-4C29-8948-D1BF91269A83}">
          <p14:sldIdLst>
            <p14:sldId id="370"/>
            <p14:sldId id="456"/>
            <p14:sldId id="469"/>
            <p14:sldId id="466"/>
            <p14:sldId id="471"/>
            <p14:sldId id="472"/>
            <p14:sldId id="473"/>
            <p14:sldId id="477"/>
            <p14:sldId id="478"/>
            <p14:sldId id="468"/>
            <p14:sldId id="461"/>
            <p14:sldId id="458"/>
            <p14:sldId id="465"/>
            <p14:sldId id="462"/>
            <p14:sldId id="459"/>
            <p14:sldId id="460"/>
            <p14:sldId id="463"/>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hay" initials="" lastIdx="0" clrIdx="0"/>
  <p:cmAuthor id="1" name="Shay" initials="S" lastIdx="1"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F46"/>
    <a:srgbClr val="F2B8D8"/>
    <a:srgbClr val="EB7BBE"/>
    <a:srgbClr val="FFD629"/>
    <a:srgbClr val="EBEBEB"/>
    <a:srgbClr val="4F4C37"/>
    <a:srgbClr val="1E497D"/>
    <a:srgbClr val="8F999E"/>
    <a:srgbClr val="FFFFFF"/>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186E7CC-E9CA-4A81-9595-9A8B10420DC1}">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75" autoAdjust="0"/>
    <p:restoredTop sz="82223" autoAdjust="0"/>
  </p:normalViewPr>
  <p:slideViewPr>
    <p:cSldViewPr snapToObjects="1">
      <p:cViewPr varScale="1">
        <p:scale>
          <a:sx n="80" d="100"/>
          <a:sy n="80" d="100"/>
        </p:scale>
        <p:origin x="56" y="1196"/>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72" d="100"/>
        <a:sy n="172" d="100"/>
      </p:scale>
      <p:origin x="0" y="-9864"/>
    </p:cViewPr>
  </p:sorterViewPr>
  <p:notesViewPr>
    <p:cSldViewPr snapToObjects="1" showGuides="1">
      <p:cViewPr varScale="1">
        <p:scale>
          <a:sx n="84" d="100"/>
          <a:sy n="84" d="100"/>
        </p:scale>
        <p:origin x="2976" y="9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commentAuthors" Target="commen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971800" cy="457200"/>
          </a:xfrm>
          <a:prstGeom prst="rect">
            <a:avLst/>
          </a:prstGeom>
        </p:spPr>
        <p:txBody>
          <a:bodyPr vert="horz" lIns="72000" tIns="72000" rIns="72000" bIns="72000" rtlCol="0" anchor="t" anchorCtr="0"/>
          <a:lstStyle/>
          <a:p>
            <a:endParaRPr lang="en-AU" sz="1000" dirty="0">
              <a:cs typeface="Arial" pitchFamily="34" charset="0"/>
            </a:endParaRPr>
          </a:p>
        </p:txBody>
      </p:sp>
      <p:sp>
        <p:nvSpPr>
          <p:cNvPr id="3" name="Date Placeholder 2"/>
          <p:cNvSpPr>
            <a:spLocks noGrp="1"/>
          </p:cNvSpPr>
          <p:nvPr>
            <p:ph type="dt" sz="quarter" idx="1"/>
          </p:nvPr>
        </p:nvSpPr>
        <p:spPr>
          <a:xfrm>
            <a:off x="3884613" y="0"/>
            <a:ext cx="2971800" cy="457200"/>
          </a:xfrm>
          <a:prstGeom prst="rect">
            <a:avLst/>
          </a:prstGeom>
        </p:spPr>
        <p:txBody>
          <a:bodyPr vert="horz" lIns="72000" tIns="72000" rIns="72000" bIns="72000" rtlCol="0"/>
          <a:lstStyle>
            <a:lvl1pPr algn="r">
              <a:defRPr sz="1200"/>
            </a:lvl1pPr>
          </a:lstStyle>
          <a:p>
            <a:fld id="{4E50C307-5AD1-4F8C-91A0-1FC7219EFB34}" type="datetimeFigureOut">
              <a:rPr lang="en-AU" sz="1000" smtClean="0">
                <a:cs typeface="Arial" pitchFamily="34" charset="0"/>
              </a:rPr>
              <a:t>20/10/2025</a:t>
            </a:fld>
            <a:endParaRPr lang="en-AU" sz="1000" dirty="0">
              <a:cs typeface="Arial" pitchFamily="34" charset="0"/>
            </a:endParaRPr>
          </a:p>
        </p:txBody>
      </p:sp>
      <p:sp>
        <p:nvSpPr>
          <p:cNvPr id="4" name="Footer Placeholder 3"/>
          <p:cNvSpPr>
            <a:spLocks noGrp="1"/>
          </p:cNvSpPr>
          <p:nvPr>
            <p:ph type="ftr" sz="quarter" idx="2"/>
          </p:nvPr>
        </p:nvSpPr>
        <p:spPr>
          <a:xfrm>
            <a:off x="0" y="8685213"/>
            <a:ext cx="2971800" cy="457200"/>
          </a:xfrm>
          <a:prstGeom prst="rect">
            <a:avLst/>
          </a:prstGeom>
        </p:spPr>
        <p:txBody>
          <a:bodyPr vert="horz" lIns="72000" tIns="72000" rIns="72000" bIns="72000" rtlCol="0" anchor="b"/>
          <a:lstStyle>
            <a:lvl1pPr algn="l">
              <a:defRPr sz="1200"/>
            </a:lvl1pPr>
          </a:lstStyle>
          <a:p>
            <a:endParaRPr lang="en-AU" sz="1000" dirty="0">
              <a:cs typeface="Arial" pitchFamily="34" charset="0"/>
            </a:endParaRPr>
          </a:p>
        </p:txBody>
      </p:sp>
      <p:sp>
        <p:nvSpPr>
          <p:cNvPr id="5" name="Slide Number Placeholder 4"/>
          <p:cNvSpPr>
            <a:spLocks noGrp="1"/>
          </p:cNvSpPr>
          <p:nvPr>
            <p:ph type="sldNum" sz="quarter" idx="3"/>
          </p:nvPr>
        </p:nvSpPr>
        <p:spPr>
          <a:xfrm>
            <a:off x="5769261" y="8685213"/>
            <a:ext cx="1087153" cy="457200"/>
          </a:xfrm>
          <a:prstGeom prst="rect">
            <a:avLst/>
          </a:prstGeom>
        </p:spPr>
        <p:txBody>
          <a:bodyPr vert="horz" lIns="0" tIns="36000" rIns="91440" bIns="36000" rtlCol="0" anchor="b"/>
          <a:lstStyle>
            <a:lvl1pPr algn="r">
              <a:defRPr sz="1200"/>
            </a:lvl1pPr>
          </a:lstStyle>
          <a:p>
            <a:fld id="{AF84CFB5-B6E9-4915-957C-05CFA717E28F}" type="slidenum">
              <a:rPr lang="en-AU" sz="1000" smtClean="0">
                <a:cs typeface="Arial" pitchFamily="34" charset="0"/>
              </a:rPr>
              <a:t>‹#›</a:t>
            </a:fld>
            <a:endParaRPr lang="en-AU" sz="1000" dirty="0">
              <a:cs typeface="Arial" pitchFamily="34" charset="0"/>
            </a:endParaRPr>
          </a:p>
        </p:txBody>
      </p:sp>
    </p:spTree>
    <p:extLst>
      <p:ext uri="{BB962C8B-B14F-4D97-AF65-F5344CB8AC3E}">
        <p14:creationId xmlns:p14="http://schemas.microsoft.com/office/powerpoint/2010/main" val="26682905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76200" y="76200"/>
            <a:ext cx="5017985" cy="381000"/>
          </a:xfrm>
          <a:prstGeom prst="rect">
            <a:avLst/>
          </a:prstGeom>
        </p:spPr>
        <p:txBody>
          <a:bodyPr vert="horz" lIns="0" tIns="0" rIns="0" bIns="0" rtlCol="0"/>
          <a:lstStyle>
            <a:lvl1pPr algn="l">
              <a:defRPr sz="1200">
                <a:latin typeface="+mn-lt"/>
              </a:defRPr>
            </a:lvl1pPr>
          </a:lstStyle>
          <a:p>
            <a:endParaRPr lang="en-AU" dirty="0"/>
          </a:p>
        </p:txBody>
      </p:sp>
      <p:sp>
        <p:nvSpPr>
          <p:cNvPr id="3" name="Date Placeholder 2"/>
          <p:cNvSpPr>
            <a:spLocks noGrp="1"/>
          </p:cNvSpPr>
          <p:nvPr>
            <p:ph type="dt" idx="1"/>
          </p:nvPr>
        </p:nvSpPr>
        <p:spPr>
          <a:xfrm>
            <a:off x="5398770" y="64770"/>
            <a:ext cx="1417320" cy="381000"/>
          </a:xfrm>
          <a:prstGeom prst="rect">
            <a:avLst/>
          </a:prstGeom>
        </p:spPr>
        <p:txBody>
          <a:bodyPr vert="horz" lIns="0" tIns="0" rIns="0" bIns="0" rtlCol="0"/>
          <a:lstStyle>
            <a:lvl1pPr algn="r">
              <a:defRPr sz="1200">
                <a:latin typeface="+mn-lt"/>
              </a:defRPr>
            </a:lvl1pPr>
          </a:lstStyle>
          <a:p>
            <a:fld id="{9BB1C32A-CF46-409D-8B8D-587A7E3A4DCC}" type="datetimeFigureOut">
              <a:rPr lang="en-AU" smtClean="0"/>
              <a:pPr/>
              <a:t>20/10/2025</a:t>
            </a:fld>
            <a:endParaRPr lang="en-AU" dirty="0"/>
          </a:p>
        </p:txBody>
      </p:sp>
      <p:sp>
        <p:nvSpPr>
          <p:cNvPr id="4" name="Slide Image Placeholder 3"/>
          <p:cNvSpPr>
            <a:spLocks noGrp="1" noRot="1" noChangeAspect="1"/>
          </p:cNvSpPr>
          <p:nvPr>
            <p:ph type="sldImg" idx="2"/>
          </p:nvPr>
        </p:nvSpPr>
        <p:spPr>
          <a:xfrm>
            <a:off x="-246063" y="542925"/>
            <a:ext cx="7342188" cy="4130675"/>
          </a:xfrm>
          <a:prstGeom prst="rect">
            <a:avLst/>
          </a:prstGeom>
          <a:noFill/>
          <a:ln w="3175">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72264" y="4977044"/>
            <a:ext cx="5505891" cy="3481155"/>
          </a:xfrm>
          <a:prstGeom prst="rect">
            <a:avLst/>
          </a:prstGeom>
        </p:spPr>
        <p:txBody>
          <a:bodyPr vert="horz" lIns="0" tIns="0" rIns="0" bIns="0" rtlCol="0">
            <a:normAutofit/>
          </a:bodyPr>
          <a:lstStyle/>
          <a:p>
            <a:pPr lvl="0"/>
            <a:r>
              <a:rPr lang="en-AU" noProof="0" dirty="0"/>
              <a:t>Click to edit Master text styles</a:t>
            </a:r>
          </a:p>
          <a:p>
            <a:pPr marL="0" lvl="1"/>
            <a:r>
              <a:rPr lang="en-AU" noProof="0" dirty="0"/>
              <a:t>Second level</a:t>
            </a:r>
          </a:p>
          <a:p>
            <a:pPr marL="144000" lvl="2" indent="-144000">
              <a:buFont typeface="Arial" pitchFamily="34" charset="0"/>
              <a:buChar char="•"/>
            </a:pPr>
            <a:r>
              <a:rPr lang="en-AU" noProof="0" dirty="0"/>
              <a:t>Third level</a:t>
            </a:r>
          </a:p>
          <a:p>
            <a:pPr marL="288000" lvl="3" indent="-144000">
              <a:buFont typeface="Arial" pitchFamily="34" charset="0"/>
              <a:buChar char="•"/>
            </a:pPr>
            <a:r>
              <a:rPr lang="en-AU" noProof="0" dirty="0"/>
              <a:t>Fourth level</a:t>
            </a:r>
          </a:p>
        </p:txBody>
      </p:sp>
      <p:sp>
        <p:nvSpPr>
          <p:cNvPr id="6" name="Footer Placeholder 5"/>
          <p:cNvSpPr>
            <a:spLocks noGrp="1"/>
          </p:cNvSpPr>
          <p:nvPr>
            <p:ph type="ftr" sz="quarter" idx="4"/>
          </p:nvPr>
        </p:nvSpPr>
        <p:spPr>
          <a:xfrm>
            <a:off x="76200" y="8685213"/>
            <a:ext cx="4800600" cy="360000"/>
          </a:xfrm>
          <a:prstGeom prst="rect">
            <a:avLst/>
          </a:prstGeom>
        </p:spPr>
        <p:txBody>
          <a:bodyPr vert="horz" lIns="91440" tIns="45720" rIns="91440" bIns="45720" rtlCol="0" anchor="b"/>
          <a:lstStyle>
            <a:lvl1pPr algn="l">
              <a:defRPr sz="1200">
                <a:latin typeface="+mn-lt"/>
                <a:cs typeface="Arial" pitchFamily="34" charset="0"/>
              </a:defRPr>
            </a:lvl1pPr>
          </a:lstStyle>
          <a:p>
            <a:endParaRPr lang="en-AU" dirty="0"/>
          </a:p>
        </p:txBody>
      </p:sp>
      <p:sp>
        <p:nvSpPr>
          <p:cNvPr id="7" name="Slide Number Placeholder 6"/>
          <p:cNvSpPr>
            <a:spLocks noGrp="1"/>
          </p:cNvSpPr>
          <p:nvPr>
            <p:ph type="sldNum" sz="quarter" idx="5"/>
          </p:nvPr>
        </p:nvSpPr>
        <p:spPr>
          <a:xfrm>
            <a:off x="5855969" y="8685213"/>
            <a:ext cx="989013" cy="360000"/>
          </a:xfrm>
          <a:prstGeom prst="rect">
            <a:avLst/>
          </a:prstGeom>
        </p:spPr>
        <p:txBody>
          <a:bodyPr vert="horz" lIns="91440" tIns="45720" rIns="91440" bIns="45720" rtlCol="0" anchor="b"/>
          <a:lstStyle>
            <a:lvl1pPr algn="r">
              <a:defRPr sz="1200">
                <a:latin typeface="+mn-lt"/>
              </a:defRPr>
            </a:lvl1pPr>
          </a:lstStyle>
          <a:p>
            <a:fld id="{D5A593CC-2149-4E6C-BC3C-0044C280ECB2}" type="slidenum">
              <a:rPr lang="en-AU" smtClean="0"/>
              <a:pPr/>
              <a:t>‹#›</a:t>
            </a:fld>
            <a:endParaRPr lang="en-AU"/>
          </a:p>
        </p:txBody>
      </p:sp>
    </p:spTree>
    <p:extLst>
      <p:ext uri="{BB962C8B-B14F-4D97-AF65-F5344CB8AC3E}">
        <p14:creationId xmlns:p14="http://schemas.microsoft.com/office/powerpoint/2010/main" val="3772576877"/>
      </p:ext>
    </p:extLst>
  </p:cSld>
  <p:clrMap bg1="lt1" tx1="dk1" bg2="lt2" tx2="dk2" accent1="accent1" accent2="accent2" accent3="accent3" accent4="accent4" accent5="accent5" accent6="accent6" hlink="hlink" folHlink="folHlink"/>
  <p:notesStyle>
    <a:lvl1pPr marL="0" algn="l" defTabSz="1218895" rtl="0" eaLnBrk="1" latinLnBrk="0" hangingPunct="1">
      <a:defRPr lang="en-US" sz="1600" b="1" kern="1200" dirty="0" smtClean="0">
        <a:solidFill>
          <a:schemeClr val="tx1"/>
        </a:solidFill>
        <a:latin typeface="+mn-lt"/>
        <a:ea typeface="+mn-ea"/>
        <a:cs typeface="Arial" pitchFamily="34" charset="0"/>
      </a:defRPr>
    </a:lvl1pPr>
    <a:lvl2pPr marL="609448" algn="l" defTabSz="1218895" rtl="0" eaLnBrk="1" latinLnBrk="0" hangingPunct="1">
      <a:defRPr lang="en-US" sz="1600" kern="1200" dirty="0" smtClean="0">
        <a:solidFill>
          <a:schemeClr val="tx1"/>
        </a:solidFill>
        <a:latin typeface="Arial" pitchFamily="34" charset="0"/>
        <a:ea typeface="+mn-ea"/>
        <a:cs typeface="Arial" pitchFamily="34" charset="0"/>
      </a:defRPr>
    </a:lvl2pPr>
    <a:lvl3pPr marL="1218895" algn="l" defTabSz="1218895" rtl="0" eaLnBrk="1" latinLnBrk="0" hangingPunct="1">
      <a:defRPr lang="en-US" sz="1600" kern="1200" dirty="0" smtClean="0">
        <a:solidFill>
          <a:schemeClr val="tx1"/>
        </a:solidFill>
        <a:latin typeface="Arial" pitchFamily="34" charset="0"/>
        <a:ea typeface="+mn-ea"/>
        <a:cs typeface="Arial" pitchFamily="34" charset="0"/>
      </a:defRPr>
    </a:lvl3pPr>
    <a:lvl4pPr marL="1828343" algn="l" defTabSz="1218895" rtl="0" eaLnBrk="1" latinLnBrk="0" hangingPunct="1">
      <a:defRPr lang="en-US" sz="1600" kern="1200" dirty="0" smtClean="0">
        <a:solidFill>
          <a:schemeClr val="tx1"/>
        </a:solidFill>
        <a:latin typeface="Arial" pitchFamily="34" charset="0"/>
        <a:ea typeface="+mn-ea"/>
        <a:cs typeface="Arial" pitchFamily="34" charset="0"/>
      </a:defRPr>
    </a:lvl4pPr>
    <a:lvl5pPr marL="2437790" algn="l" defTabSz="1218895" rtl="0" eaLnBrk="1" latinLnBrk="0" hangingPunct="1">
      <a:defRPr lang="en-AU" sz="1600" kern="1200" baseline="0" dirty="0">
        <a:solidFill>
          <a:schemeClr val="tx1"/>
        </a:solidFill>
        <a:latin typeface="Arial" pitchFamily="34" charset="0"/>
        <a:ea typeface="+mn-ea"/>
        <a:cs typeface="Arial" pitchFamily="34" charset="0"/>
      </a:defRPr>
    </a:lvl5pPr>
    <a:lvl6pPr marL="3047238" algn="l" defTabSz="1218895" rtl="0" eaLnBrk="1" latinLnBrk="0" hangingPunct="1">
      <a:defRPr sz="1600" kern="1200">
        <a:solidFill>
          <a:schemeClr val="tx1"/>
        </a:solidFill>
        <a:latin typeface="+mn-lt"/>
        <a:ea typeface="+mn-ea"/>
        <a:cs typeface="+mn-cs"/>
      </a:defRPr>
    </a:lvl6pPr>
    <a:lvl7pPr marL="3656686" algn="l" defTabSz="1218895" rtl="0" eaLnBrk="1" latinLnBrk="0" hangingPunct="1">
      <a:defRPr sz="1600" kern="1200">
        <a:solidFill>
          <a:schemeClr val="tx1"/>
        </a:solidFill>
        <a:latin typeface="+mn-lt"/>
        <a:ea typeface="+mn-ea"/>
        <a:cs typeface="+mn-cs"/>
      </a:defRPr>
    </a:lvl7pPr>
    <a:lvl8pPr marL="4266133" algn="l" defTabSz="1218895" rtl="0" eaLnBrk="1" latinLnBrk="0" hangingPunct="1">
      <a:defRPr sz="1600" kern="1200">
        <a:solidFill>
          <a:schemeClr val="tx1"/>
        </a:solidFill>
        <a:latin typeface="+mn-lt"/>
        <a:ea typeface="+mn-ea"/>
        <a:cs typeface="+mn-cs"/>
      </a:defRPr>
    </a:lvl8pPr>
    <a:lvl9pPr marL="4875581" algn="l" defTabSz="1218895"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Good afternoon everyone. My name is </a:t>
            </a:r>
            <a:r>
              <a:rPr lang="en-US" altLang="zh-CN" dirty="0" err="1"/>
              <a:t>Jingcheng</a:t>
            </a:r>
            <a:r>
              <a:rPr lang="en-US" altLang="zh-CN" dirty="0"/>
              <a:t> Qian, and today I’ll be presenting my research titled *“Data Quality of Generative Images for Object Detection.”*</a:t>
            </a:r>
          </a:p>
          <a:p>
            <a:endParaRPr lang="en-US" altLang="zh-CN" dirty="0"/>
          </a:p>
          <a:p>
            <a:r>
              <a:rPr lang="en-US" altLang="zh-CN" dirty="0"/>
              <a:t>This study lies at the intersection of computer vision and generative AI. It explores a practical question: whether AI-generated images can genuinely support the training of visual recognition systems, especially in cases where real data is scarce or costly to collect.</a:t>
            </a:r>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1</a:t>
            </a:fld>
            <a:endParaRPr lang="en-AU"/>
          </a:p>
        </p:txBody>
      </p:sp>
    </p:spTree>
    <p:extLst>
      <p:ext uri="{BB962C8B-B14F-4D97-AF65-F5344CB8AC3E}">
        <p14:creationId xmlns:p14="http://schemas.microsoft.com/office/powerpoint/2010/main" val="21101914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r>
              <a:rPr lang="en-US" altLang="zh-CN" dirty="0"/>
              <a:t>Object detection is fundamental in applications like autonomous driving, robotics, and security. Yet, these systems are highly data-hungry — they rely on large numbers of labeled images, where each object must be carefully annotated with bounding boxes and class names. </a:t>
            </a:r>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2</a:t>
            </a:fld>
            <a:endParaRPr lang="en-AU"/>
          </a:p>
        </p:txBody>
      </p:sp>
    </p:spTree>
    <p:extLst>
      <p:ext uri="{BB962C8B-B14F-4D97-AF65-F5344CB8AC3E}">
        <p14:creationId xmlns:p14="http://schemas.microsoft.com/office/powerpoint/2010/main" val="5729017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r>
              <a:rPr lang="en-US" altLang="zh-CN" dirty="0"/>
              <a:t>Traditional data augmentation methods like rotation and flipping can improve generalization, but they only modify existing pixels. They cannot create new events, unseen scenes, or rare situations. In real-world datasets, some events occur often, like clear daytime driving, while rare but safety-critical ones — such as rainstorms, fog, or an ambulance on the road — are underrepresented. This imbalance is known as the long-tail problem.</a:t>
            </a:r>
          </a:p>
          <a:p>
            <a:endParaRPr lang="en-US" altLang="zh-CN" dirty="0"/>
          </a:p>
          <a:p>
            <a:r>
              <a:rPr lang="en-US" altLang="zh-CN" dirty="0"/>
              <a:t>When models are trained mostly on common cases, they struggle in rare conditions, which can directly affect performance and safety. </a:t>
            </a:r>
            <a:r>
              <a:rPr lang="en-US" altLang="zh-CN" b="0" i="0" dirty="0">
                <a:solidFill>
                  <a:srgbClr val="333333"/>
                </a:solidFill>
                <a:effectLst/>
                <a:latin typeface="Open Sans" panose="020F0502020204030204" pitchFamily="34" charset="0"/>
              </a:rPr>
              <a:t>Generative synthesis provides an opportunity to address this by producing diverse, rare, and challenging scenarios that help balance the dataset.</a:t>
            </a:r>
            <a:r>
              <a:rPr lang="en-US" altLang="zh-CN" dirty="0"/>
              <a:t> </a:t>
            </a:r>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3</a:t>
            </a:fld>
            <a:endParaRPr lang="en-AU"/>
          </a:p>
        </p:txBody>
      </p:sp>
    </p:spTree>
    <p:extLst>
      <p:ext uri="{BB962C8B-B14F-4D97-AF65-F5344CB8AC3E}">
        <p14:creationId xmlns:p14="http://schemas.microsoft.com/office/powerpoint/2010/main" val="18989086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r>
              <a:rPr lang="en-US" altLang="zh-CN" dirty="0"/>
              <a:t>Recent advances in generative AI, especially diffusion models, have opened a new path for data generation. These models learn from large image datasets and can create realistic new scenes from simple text prompts or structural inputs.</a:t>
            </a:r>
          </a:p>
          <a:p>
            <a:endParaRPr lang="en-US" altLang="zh-CN" dirty="0"/>
          </a:p>
          <a:p>
            <a:r>
              <a:rPr lang="en-US" altLang="zh-CN" dirty="0"/>
              <a:t>This makes them a practical way to expand training data in domains where real images are limited. The question is whether these generated images can actually improve detection performance, not just look realistic.</a:t>
            </a:r>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4</a:t>
            </a:fld>
            <a:endParaRPr lang="en-AU"/>
          </a:p>
        </p:txBody>
      </p:sp>
    </p:spTree>
    <p:extLst>
      <p:ext uri="{BB962C8B-B14F-4D97-AF65-F5344CB8AC3E}">
        <p14:creationId xmlns:p14="http://schemas.microsoft.com/office/powerpoint/2010/main" val="11586178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r>
              <a:rPr lang="en-US" altLang="zh-CN" dirty="0"/>
              <a:t>Previous research explored several approaches. Traditional augmentation methods like </a:t>
            </a:r>
            <a:r>
              <a:rPr lang="en-US" altLang="zh-CN" dirty="0" err="1"/>
              <a:t>MixUp</a:t>
            </a:r>
            <a:r>
              <a:rPr lang="en-US" altLang="zh-CN" dirty="0"/>
              <a:t>, </a:t>
            </a:r>
            <a:r>
              <a:rPr lang="en-US" altLang="zh-CN" dirty="0" err="1"/>
              <a:t>CutMix</a:t>
            </a:r>
            <a:r>
              <a:rPr lang="en-US" altLang="zh-CN" dirty="0"/>
              <a:t>, or Copy-Paste improve diversity but are limited to pixel-level operations — they don’t introduce new object relationships or unseen scene layouts.</a:t>
            </a:r>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5</a:t>
            </a:fld>
            <a:endParaRPr lang="en-AU"/>
          </a:p>
        </p:txBody>
      </p:sp>
    </p:spTree>
    <p:extLst>
      <p:ext uri="{BB962C8B-B14F-4D97-AF65-F5344CB8AC3E}">
        <p14:creationId xmlns:p14="http://schemas.microsoft.com/office/powerpoint/2010/main" val="8140643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r>
              <a:rPr lang="en-US" altLang="zh-CN" dirty="0"/>
              <a:t>Simulation-based datasets, such as those from GTA-V or CARLA, can render labeled images automatically, but they often look artificial, lacking the realism of natural lighting and textures.</a:t>
            </a:r>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6</a:t>
            </a:fld>
            <a:endParaRPr lang="en-AU"/>
          </a:p>
        </p:txBody>
      </p:sp>
    </p:spTree>
    <p:extLst>
      <p:ext uri="{BB962C8B-B14F-4D97-AF65-F5344CB8AC3E}">
        <p14:creationId xmlns:p14="http://schemas.microsoft.com/office/powerpoint/2010/main" val="39230170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r>
              <a:rPr lang="en-US" altLang="zh-CN" dirty="0"/>
              <a:t>Domain adaptation techniques aim to reduce the visual gap between synthetic and real data, yet the differences in texture and style often remain noticeable.</a:t>
            </a:r>
          </a:p>
          <a:p>
            <a:endParaRPr lang="en-US" altLang="zh-CN" dirty="0"/>
          </a:p>
          <a:p>
            <a:r>
              <a:rPr lang="en-US" altLang="zh-CN" dirty="0"/>
              <a:t>While these methods have made progress, they all share a common limitation — they can’t fully capture the richness and diversity of real-world scenes. This is where modern generative models start to make a difference.</a:t>
            </a:r>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7</a:t>
            </a:fld>
            <a:endParaRPr lang="en-AU"/>
          </a:p>
        </p:txBody>
      </p:sp>
    </p:spTree>
    <p:extLst>
      <p:ext uri="{BB962C8B-B14F-4D97-AF65-F5344CB8AC3E}">
        <p14:creationId xmlns:p14="http://schemas.microsoft.com/office/powerpoint/2010/main" val="5142769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r>
              <a:rPr lang="en-US" altLang="zh-CN" dirty="0"/>
              <a:t>Diffusion models have recently surpassed GANs and VAEs in both image quality and controllability. A major innovation is *controllable generation* — the ability to guide how and where objects appear within a scene.</a:t>
            </a:r>
          </a:p>
          <a:p>
            <a:endParaRPr lang="en-US" altLang="zh-CN" dirty="0"/>
          </a:p>
          <a:p>
            <a:r>
              <a:rPr lang="en-US" altLang="zh-CN" dirty="0"/>
              <a:t>ControlNet enables structural guidance by taking inputs such as edge maps, depth maps, or segmentation layouts, helping the model maintain spatial accuracy and label consistency.</a:t>
            </a:r>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8</a:t>
            </a:fld>
            <a:endParaRPr lang="en-AU"/>
          </a:p>
        </p:txBody>
      </p:sp>
    </p:spTree>
    <p:extLst>
      <p:ext uri="{BB962C8B-B14F-4D97-AF65-F5344CB8AC3E}">
        <p14:creationId xmlns:p14="http://schemas.microsoft.com/office/powerpoint/2010/main" val="23737033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r>
              <a:rPr lang="en-US" altLang="zh-CN" b="0" dirty="0"/>
              <a:t>Another important component is </a:t>
            </a:r>
            <a:r>
              <a:rPr lang="en-US" altLang="zh-CN" b="1" dirty="0"/>
              <a:t>Low-Rank Adaptation</a:t>
            </a:r>
            <a:r>
              <a:rPr lang="en-US" altLang="zh-CN" b="0" dirty="0"/>
              <a:t>. Originally developed for large language models, </a:t>
            </a:r>
            <a:r>
              <a:rPr lang="en-US" altLang="zh-CN" b="0" dirty="0" err="1"/>
              <a:t>LoRA</a:t>
            </a:r>
            <a:r>
              <a:rPr lang="en-US" altLang="zh-CN" b="0" dirty="0"/>
              <a:t> was designed to fine-tune massive networks efficiently by updating only a small number of parameters instead of retraining the entire model. This idea has since been successfully transferred to diffusion models, allowing them to adapt quickly to new visual domains.</a:t>
            </a:r>
          </a:p>
          <a:p>
            <a:endParaRPr lang="en-US" altLang="zh-CN" b="0" dirty="0"/>
          </a:p>
          <a:p>
            <a:r>
              <a:rPr lang="en-US" altLang="zh-CN" b="0" dirty="0"/>
              <a:t>Despite these advances, there is still no systematic study on how elements like ControlNet and </a:t>
            </a:r>
            <a:r>
              <a:rPr lang="en-US" altLang="zh-CN" b="0" dirty="0" err="1"/>
              <a:t>LoRA</a:t>
            </a:r>
            <a:r>
              <a:rPr lang="en-US" altLang="zh-CN" b="0" dirty="0"/>
              <a:t> jointly influence the quality of generated data and their actual benefit for object detection tasks.</a:t>
            </a:r>
            <a:endParaRPr lang="zh-CN" altLang="en-US" b="0" dirty="0"/>
          </a:p>
        </p:txBody>
      </p:sp>
      <p:sp>
        <p:nvSpPr>
          <p:cNvPr id="4" name="灯片编号占位符 3"/>
          <p:cNvSpPr>
            <a:spLocks noGrp="1"/>
          </p:cNvSpPr>
          <p:nvPr>
            <p:ph type="sldNum" sz="quarter" idx="5"/>
          </p:nvPr>
        </p:nvSpPr>
        <p:spPr/>
        <p:txBody>
          <a:bodyPr/>
          <a:lstStyle/>
          <a:p>
            <a:fld id="{D5A593CC-2149-4E6C-BC3C-0044C280ECB2}" type="slidenum">
              <a:rPr lang="en-AU" smtClean="0"/>
              <a:pPr/>
              <a:t>9</a:t>
            </a:fld>
            <a:endParaRPr lang="en-AU"/>
          </a:p>
        </p:txBody>
      </p:sp>
    </p:spTree>
    <p:extLst>
      <p:ext uri="{BB962C8B-B14F-4D97-AF65-F5344CB8AC3E}">
        <p14:creationId xmlns:p14="http://schemas.microsoft.com/office/powerpoint/2010/main" val="31311687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r>
              <a:rPr lang="en-US" altLang="zh-CN" b="0" dirty="0"/>
              <a:t>Building on these ideas, this research focuses on four main objectives.</a:t>
            </a:r>
          </a:p>
          <a:p>
            <a:r>
              <a:rPr lang="en-US" altLang="zh-CN" b="0" dirty="0"/>
              <a:t>**quantify the domain gap** between real and synthetic data using multiple visual and semantic metrics.</a:t>
            </a:r>
          </a:p>
          <a:p>
            <a:r>
              <a:rPr lang="en-US" altLang="zh-CN" b="0" dirty="0"/>
              <a:t>**evaluate cross-domain robustness**, examining how well models trained with generative data perform when applied to real-world images.</a:t>
            </a:r>
          </a:p>
          <a:p>
            <a:r>
              <a:rPr lang="en-US" altLang="zh-CN" b="0" dirty="0"/>
              <a:t>**assess the realism and annotation consistency** of generated samples, ensuring they are both visually convincing and semantically accurate.</a:t>
            </a:r>
          </a:p>
          <a:p>
            <a:r>
              <a:rPr lang="en-US" altLang="zh-CN" b="0" dirty="0"/>
              <a:t>**develop best practices** for using generative data effectively in object detection training pipelines.</a:t>
            </a:r>
          </a:p>
          <a:p>
            <a:endParaRPr lang="en-US" altLang="zh-CN" b="0" dirty="0"/>
          </a:p>
          <a:p>
            <a:r>
              <a:rPr lang="en-US" altLang="zh-CN" b="0" dirty="0"/>
              <a:t>And additionally, **Identify the contribution of individual components** in the generative augmentation pipeline through **ablation studies**.</a:t>
            </a:r>
            <a:endParaRPr lang="zh-CN" altLang="en-US" b="0" dirty="0"/>
          </a:p>
        </p:txBody>
      </p:sp>
      <p:sp>
        <p:nvSpPr>
          <p:cNvPr id="4" name="灯片编号占位符 3"/>
          <p:cNvSpPr>
            <a:spLocks noGrp="1"/>
          </p:cNvSpPr>
          <p:nvPr>
            <p:ph type="sldNum" sz="quarter" idx="5"/>
          </p:nvPr>
        </p:nvSpPr>
        <p:spPr/>
        <p:txBody>
          <a:bodyPr/>
          <a:lstStyle/>
          <a:p>
            <a:fld id="{D5A593CC-2149-4E6C-BC3C-0044C280ECB2}" type="slidenum">
              <a:rPr lang="en-AU" smtClean="0"/>
              <a:pPr/>
              <a:t>10</a:t>
            </a:fld>
            <a:endParaRPr lang="en-AU"/>
          </a:p>
        </p:txBody>
      </p:sp>
    </p:spTree>
    <p:extLst>
      <p:ext uri="{BB962C8B-B14F-4D97-AF65-F5344CB8AC3E}">
        <p14:creationId xmlns:p14="http://schemas.microsoft.com/office/powerpoint/2010/main" val="33932638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r>
              <a:rPr lang="en-US" altLang="zh-CN" dirty="0"/>
              <a:t>The research follows a four-stage framework: **generation**, **filtering**, **training**, and **evaluation**.</a:t>
            </a:r>
          </a:p>
          <a:p>
            <a:endParaRPr lang="en-US" altLang="zh-CN" dirty="0"/>
          </a:p>
          <a:p>
            <a:r>
              <a:rPr lang="en-US" altLang="zh-CN" dirty="0"/>
              <a:t>In the generation stage, diffusion models enhanced with ControlNet and </a:t>
            </a:r>
            <a:r>
              <a:rPr lang="en-US" altLang="zh-CN" dirty="0" err="1"/>
              <a:t>LoRA</a:t>
            </a:r>
            <a:r>
              <a:rPr lang="en-US" altLang="zh-CN" dirty="0"/>
              <a:t> are used to produce controllable and adaptive synthetic data. The filtering stage then selects high-quality samples using perceptual and semantic metrics such as **CLIP**, which measures image–text alignment, and **DINOv2**, which captures semantic similarity between visual features.</a:t>
            </a:r>
          </a:p>
          <a:p>
            <a:endParaRPr lang="en-US" altLang="zh-CN" dirty="0"/>
          </a:p>
          <a:p>
            <a:r>
              <a:rPr lang="en-US" altLang="zh-CN" dirty="0"/>
              <a:t>Training proceeds with different ratios of real and synthetic data, while the evaluation stage measures both visual quality and detection performance. The feedback from each stage is used to refine the generation process, ensuring that improvements are measurable and consistently validated.</a:t>
            </a:r>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11</a:t>
            </a:fld>
            <a:endParaRPr lang="en-AU"/>
          </a:p>
        </p:txBody>
      </p:sp>
    </p:spTree>
    <p:extLst>
      <p:ext uri="{BB962C8B-B14F-4D97-AF65-F5344CB8AC3E}">
        <p14:creationId xmlns:p14="http://schemas.microsoft.com/office/powerpoint/2010/main" val="20564401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r>
              <a:rPr lang="en-US" altLang="zh-CN" dirty="0"/>
              <a:t>The generation pipeline is implemented using </a:t>
            </a:r>
            <a:r>
              <a:rPr lang="en-US" altLang="zh-CN" dirty="0" err="1"/>
              <a:t>ComfyUI</a:t>
            </a:r>
            <a:r>
              <a:rPr lang="en-US" altLang="zh-CN" dirty="0"/>
              <a:t>, a modular and node-based workflow system that supports flexible and reproducible design.</a:t>
            </a:r>
          </a:p>
          <a:p>
            <a:endParaRPr lang="en-US" altLang="zh-CN" dirty="0"/>
          </a:p>
          <a:p>
            <a:r>
              <a:rPr lang="en-US" altLang="zh-CN" dirty="0"/>
              <a:t>We start with an **original image**, which is first converted into a **Canny edge map**.</a:t>
            </a:r>
          </a:p>
          <a:p>
            <a:r>
              <a:rPr lang="en-US" altLang="zh-CN" dirty="0"/>
              <a:t>That edge map is then fed into **ControlNet**, guiding the diffusion model to generate a new image that keeps the same structure and layout.</a:t>
            </a:r>
          </a:p>
          <a:p>
            <a:endParaRPr lang="en-US" altLang="zh-CN" dirty="0"/>
          </a:p>
          <a:p>
            <a:r>
              <a:rPr lang="en-US" altLang="zh-CN" dirty="0"/>
              <a:t>Next, **</a:t>
            </a:r>
            <a:r>
              <a:rPr lang="en-US" altLang="zh-CN" dirty="0" err="1"/>
              <a:t>LoRA</a:t>
            </a:r>
            <a:r>
              <a:rPr lang="en-US" altLang="zh-CN" dirty="0"/>
              <a:t>** helps adapt the model to different domains — for example, turning a daytime highway scene into a realistic nighttime or foggy version — without the need for full retraining.</a:t>
            </a:r>
          </a:p>
          <a:p>
            <a:endParaRPr lang="en-US" altLang="zh-CN" dirty="0"/>
          </a:p>
          <a:p>
            <a:r>
              <a:rPr lang="en-US" altLang="zh-CN" dirty="0"/>
              <a:t>Finally, we **reuse the original bounding-box annotations** and apply them directly to the generated image.</a:t>
            </a:r>
          </a:p>
          <a:p>
            <a:r>
              <a:rPr lang="en-US" altLang="zh-CN" dirty="0"/>
              <a:t> This way, we can automatically create realistic and well-labeled data at scale, greatly reducing the need for manual labeling.</a:t>
            </a:r>
          </a:p>
          <a:p>
            <a:endParaRPr lang="en-US" altLang="zh-CN" dirty="0"/>
          </a:p>
          <a:p>
            <a:r>
              <a:rPr lang="en-US" altLang="zh-CN" dirty="0"/>
              <a:t>Together, these steps make the pipeline both flexible and efficient for object detection training.</a:t>
            </a:r>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12</a:t>
            </a:fld>
            <a:endParaRPr lang="en-AU"/>
          </a:p>
        </p:txBody>
      </p:sp>
    </p:spTree>
    <p:extLst>
      <p:ext uri="{BB962C8B-B14F-4D97-AF65-F5344CB8AC3E}">
        <p14:creationId xmlns:p14="http://schemas.microsoft.com/office/powerpoint/2010/main" val="270818737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r>
              <a:rPr lang="en-US" altLang="zh-CN" dirty="0"/>
              <a:t>After generating the synthetic dataset, we move to the downstream task.</a:t>
            </a:r>
          </a:p>
          <a:p>
            <a:r>
              <a:rPr lang="en-US" altLang="zh-CN" dirty="0"/>
              <a:t> Here, I focus on two representative object detectors: **YOLO** and **RT-DETR**. These models strike a balance between accuracy and real-time efficiency, making them suitable for practical applications like autonomous driving.</a:t>
            </a:r>
          </a:p>
          <a:p>
            <a:endParaRPr lang="en-US" altLang="zh-CN" dirty="0"/>
          </a:p>
          <a:p>
            <a:r>
              <a:rPr lang="en-US" altLang="zh-CN" dirty="0"/>
              <a:t>The **training strategy** involves mixing real and synthetic data in different ratios — from entirely real to heavily synthetic — to explore how generative data contributes under various levels of data scarcity.</a:t>
            </a:r>
          </a:p>
          <a:p>
            <a:endParaRPr lang="en-US" altLang="zh-CN" dirty="0"/>
          </a:p>
          <a:p>
            <a:r>
              <a:rPr lang="en-US" altLang="zh-CN" dirty="0"/>
              <a:t>The main **objective** of this stage is to quantify the value of synthetic data and identify the most cost-effective balance between real and generated samples. This helps determine how much real data can be replaced without significant performance loss.</a:t>
            </a:r>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13</a:t>
            </a:fld>
            <a:endParaRPr lang="en-AU"/>
          </a:p>
        </p:txBody>
      </p:sp>
    </p:spTree>
    <p:extLst>
      <p:ext uri="{BB962C8B-B14F-4D97-AF65-F5344CB8AC3E}">
        <p14:creationId xmlns:p14="http://schemas.microsoft.com/office/powerpoint/2010/main" val="28764547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r>
              <a:rPr lang="en-US" altLang="zh-CN" dirty="0"/>
              <a:t>After training, the models are evaluated through multiple perspectives to understand both task performance and data quality.</a:t>
            </a:r>
          </a:p>
          <a:p>
            <a:endParaRPr lang="en-US" altLang="zh-CN" dirty="0"/>
          </a:p>
          <a:p>
            <a:r>
              <a:rPr lang="en-US" altLang="zh-CN" dirty="0"/>
              <a:t>For **downstream performance**, I use standard object detection metrics such as *mean Average Precision (</a:t>
            </a:r>
            <a:r>
              <a:rPr lang="en-US" altLang="zh-CN" dirty="0" err="1"/>
              <a:t>mAP</a:t>
            </a:r>
            <a:r>
              <a:rPr lang="en-US" altLang="zh-CN" dirty="0"/>
              <a:t>)* and *AP50*, which directly measure how well the model detects and localizes objects. These are task-oriented indicators that reflect real-world performance.</a:t>
            </a:r>
          </a:p>
          <a:p>
            <a:endParaRPr lang="en-US" altLang="zh-CN" dirty="0"/>
          </a:p>
          <a:p>
            <a:r>
              <a:rPr lang="en-US" altLang="zh-CN" dirty="0"/>
              <a:t>Next, **perceptual quality** is assessed using *FID* and *IS* scores to evaluate the fidelity and diversity of the generated images. Lower FID and higher IS values indicate more realistic and varied results.</a:t>
            </a:r>
          </a:p>
          <a:p>
            <a:endParaRPr lang="en-US" altLang="zh-CN" dirty="0"/>
          </a:p>
          <a:p>
            <a:r>
              <a:rPr lang="en-US" altLang="zh-CN" dirty="0"/>
              <a:t>To measure **semantic consistency**, I use *CLIP* and *DINOv2* similarity scores, which capture how well the image content aligns with its intended labels or descriptions.</a:t>
            </a:r>
          </a:p>
          <a:p>
            <a:endParaRPr lang="en-US" altLang="zh-CN" dirty="0"/>
          </a:p>
          <a:p>
            <a:r>
              <a:rPr lang="en-US" altLang="zh-CN" dirty="0"/>
              <a:t>*(Here on the slide, you can see examples of generated images with different semantic scores. Images with higher CLIP and DINOv2 scores appear more faithful to the intended object or scene.)*</a:t>
            </a:r>
          </a:p>
          <a:p>
            <a:endParaRPr lang="en-US" altLang="zh-CN" dirty="0"/>
          </a:p>
          <a:p>
            <a:r>
              <a:rPr lang="en-US" altLang="zh-CN" dirty="0"/>
              <a:t>Finally, **human evaluation** complements these automated metrics. Participants rate the realism and annotation accuracy of generated samples, providing qualitative insights that pure numerical scores may miss.</a:t>
            </a:r>
          </a:p>
          <a:p>
            <a:endParaRPr lang="en-US" altLang="zh-CN" dirty="0"/>
          </a:p>
          <a:p>
            <a:r>
              <a:rPr lang="en-US" altLang="zh-CN" dirty="0"/>
              <a:t>Together, these layers of evaluation reveal how visual quality relates to real detection performance, offering a comprehensive understanding of data usefulness.</a:t>
            </a:r>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14</a:t>
            </a:fld>
            <a:endParaRPr lang="en-AU"/>
          </a:p>
        </p:txBody>
      </p:sp>
    </p:spTree>
    <p:extLst>
      <p:ext uri="{BB962C8B-B14F-4D97-AF65-F5344CB8AC3E}">
        <p14:creationId xmlns:p14="http://schemas.microsoft.com/office/powerpoint/2010/main" val="26050774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r>
              <a:rPr lang="en-US" altLang="zh-CN" dirty="0"/>
              <a:t>*(slight pause, smile)*</a:t>
            </a:r>
          </a:p>
          <a:p>
            <a:r>
              <a:rPr lang="en-US" altLang="zh-CN" dirty="0"/>
              <a:t> To wrap up today’s presentation, I’d like to highlight the **key contributions** of this research.</a:t>
            </a:r>
          </a:p>
          <a:p>
            <a:endParaRPr lang="en-US" altLang="zh-CN" dirty="0"/>
          </a:p>
          <a:p>
            <a:r>
              <a:rPr lang="en-US" altLang="zh-CN" dirty="0"/>
              <a:t>*(short pause)*</a:t>
            </a:r>
          </a:p>
          <a:p>
            <a:r>
              <a:rPr lang="en-US" altLang="zh-CN" dirty="0"/>
              <a:t> **First**, it aims to **clarify the domain gap** between real and synthetic data — and **quantify** how that gap actually impacts object detection accuracy.</a:t>
            </a:r>
          </a:p>
          <a:p>
            <a:endParaRPr lang="en-US" altLang="zh-CN" dirty="0"/>
          </a:p>
          <a:p>
            <a:r>
              <a:rPr lang="en-US" altLang="zh-CN" dirty="0"/>
              <a:t>*(beat)*</a:t>
            </a:r>
          </a:p>
          <a:p>
            <a:r>
              <a:rPr lang="en-US" altLang="zh-CN" dirty="0"/>
              <a:t> **Second**, it will **demonstrate the transferability** of detectors trained with synthetic data. In other words, we’ll see **how well these models perform** when applied to **real-world conditions**, especially in those *rare or adverse scenarios* where real data is hard to collect.</a:t>
            </a:r>
          </a:p>
          <a:p>
            <a:endParaRPr lang="en-US" altLang="zh-CN" dirty="0"/>
          </a:p>
          <a:p>
            <a:r>
              <a:rPr lang="en-US" altLang="zh-CN" dirty="0"/>
              <a:t>*(slight shift in tone)*</a:t>
            </a:r>
          </a:p>
          <a:p>
            <a:r>
              <a:rPr lang="en-US" altLang="zh-CN" dirty="0"/>
              <a:t> **Third**, the study will **establish evaluation criteria** that link **image diversity, realism, and annotation consistency** to downstream detection performance. This combines both **traditional metrics**, and **semantic verifiers**, giving us a *fuller picture* of data quality.</a:t>
            </a:r>
          </a:p>
          <a:p>
            <a:endParaRPr lang="en-US" altLang="zh-CN" dirty="0"/>
          </a:p>
          <a:p>
            <a:r>
              <a:rPr lang="en-US" altLang="zh-CN" dirty="0"/>
              <a:t>*(pause, slightly more animated)*</a:t>
            </a:r>
          </a:p>
          <a:p>
            <a:r>
              <a:rPr lang="en-US" altLang="zh-CN" dirty="0"/>
              <a:t> And **finally**, it will **formulate practical guidelines** for integrating generative data into detection pipelines — identifying what really matters, from **prompt design** and **structural control**, to **fine-tuning** and **post-processing**.</a:t>
            </a:r>
          </a:p>
          <a:p>
            <a:endParaRPr lang="en-US" altLang="zh-CN" dirty="0"/>
          </a:p>
          <a:p>
            <a:r>
              <a:rPr lang="en-US" altLang="zh-CN" dirty="0"/>
              <a:t>*(gentle close)*</a:t>
            </a:r>
          </a:p>
          <a:p>
            <a:r>
              <a:rPr lang="en-US" altLang="zh-CN" dirty="0"/>
              <a:t> Together, these efforts aim to **bridge the gap** between **generative modeling** and **applied computer vision**, offering both **empirical evidence** and **actionable methods** for making synthetic data truly useful in practice.</a:t>
            </a:r>
          </a:p>
          <a:p>
            <a:endParaRPr lang="en-US" altLang="zh-CN" dirty="0"/>
          </a:p>
          <a:p>
            <a:r>
              <a:rPr lang="en-US" altLang="zh-CN" dirty="0"/>
              <a:t>*(pause, nod)*</a:t>
            </a:r>
          </a:p>
          <a:p>
            <a:r>
              <a:rPr lang="en-US" altLang="zh-CN" dirty="0"/>
              <a:t> Thank you.</a:t>
            </a:r>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15</a:t>
            </a:fld>
            <a:endParaRPr lang="en-AU"/>
          </a:p>
        </p:txBody>
      </p:sp>
    </p:spTree>
    <p:extLst>
      <p:ext uri="{BB962C8B-B14F-4D97-AF65-F5344CB8AC3E}">
        <p14:creationId xmlns:p14="http://schemas.microsoft.com/office/powerpoint/2010/main" val="2248082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16</a:t>
            </a:fld>
            <a:endParaRPr lang="en-AU"/>
          </a:p>
        </p:txBody>
      </p:sp>
    </p:spTree>
    <p:extLst>
      <p:ext uri="{BB962C8B-B14F-4D97-AF65-F5344CB8AC3E}">
        <p14:creationId xmlns:p14="http://schemas.microsoft.com/office/powerpoint/2010/main" val="31532446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17</a:t>
            </a:fld>
            <a:endParaRPr lang="en-AU"/>
          </a:p>
        </p:txBody>
      </p:sp>
    </p:spTree>
    <p:extLst>
      <p:ext uri="{BB962C8B-B14F-4D97-AF65-F5344CB8AC3E}">
        <p14:creationId xmlns:p14="http://schemas.microsoft.com/office/powerpoint/2010/main" val="312012041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9.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hyperlink" Target="mailto:copyright-office@unimelb.edu.au" TargetMode="External"/><Relationship Id="rId2" Type="http://schemas.openxmlformats.org/officeDocument/2006/relationships/hyperlink" Target="https://academicintegrity.unimelb.edu.au/" TargetMode="External"/><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3.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4.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5.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6.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7.jp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8.jp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9.jp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0.jp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1.jp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2.jp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3.jp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4.jp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5.jp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6.jp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7.jp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8.jp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9.jp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0.jpg"/><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1.jpg"/><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Acknowledgement of Country">
    <p:bg>
      <p:bgPr>
        <a:solidFill>
          <a:schemeClr val="bg2"/>
        </a:solidFill>
        <a:effectLst/>
      </p:bgPr>
    </p:bg>
    <p:spTree>
      <p:nvGrpSpPr>
        <p:cNvPr id="1" name=""/>
        <p:cNvGrpSpPr/>
        <p:nvPr/>
      </p:nvGrpSpPr>
      <p:grpSpPr>
        <a:xfrm>
          <a:off x="0" y="0"/>
          <a:ext cx="0" cy="0"/>
          <a:chOff x="0" y="0"/>
          <a:chExt cx="0" cy="0"/>
        </a:xfrm>
      </p:grpSpPr>
      <p:pic>
        <p:nvPicPr>
          <p:cNvPr id="5" name="Picture 4" descr="A tree in a park&#10;&#10;Description automatically generated">
            <a:extLst>
              <a:ext uri="{FF2B5EF4-FFF2-40B4-BE49-F238E27FC236}">
                <a16:creationId xmlns:a16="http://schemas.microsoft.com/office/drawing/2014/main" id="{22B7B5EB-409D-C364-0E66-735E92752C91}"/>
              </a:ext>
            </a:extLst>
          </p:cNvPr>
          <p:cNvPicPr>
            <a:picLocks noGrp="1" noRot="1" noChangeAspect="1" noMove="1" noResize="1" noEditPoints="1" noAdjustHandles="1" noChangeArrowheads="1" noChangeShapeType="1" noCrop="1"/>
          </p:cNvPicPr>
          <p:nvPr userDrawn="1"/>
        </p:nvPicPr>
        <p:blipFill rotWithShape="1">
          <a:blip r:embed="rId2">
            <a:alphaModFix amt="17000"/>
            <a:extLst>
              <a:ext uri="{28A0092B-C50C-407E-A947-70E740481C1C}">
                <a14:useLocalDpi xmlns:a14="http://schemas.microsoft.com/office/drawing/2010/main"/>
              </a:ext>
            </a:extLst>
          </a:blip>
          <a:srcRect/>
          <a:stretch/>
        </p:blipFill>
        <p:spPr>
          <a:xfrm>
            <a:off x="0" y="14928"/>
            <a:ext cx="12199058" cy="6852171"/>
          </a:xfrm>
          <a:prstGeom prst="rect">
            <a:avLst/>
          </a:prstGeom>
        </p:spPr>
      </p:pic>
      <p:sp>
        <p:nvSpPr>
          <p:cNvPr id="9" name="TextBox 3">
            <a:extLst>
              <a:ext uri="{FF2B5EF4-FFF2-40B4-BE49-F238E27FC236}">
                <a16:creationId xmlns:a16="http://schemas.microsoft.com/office/drawing/2014/main" id="{CBB971FD-D847-BF4C-933A-802E03ED89A8}"/>
              </a:ext>
            </a:extLst>
          </p:cNvPr>
          <p:cNvSpPr txBox="1">
            <a:spLocks noGrp="1" noRot="1" noMove="1" noResize="1" noEditPoints="1" noAdjustHandles="1" noChangeArrowheads="1" noChangeShapeType="1"/>
          </p:cNvSpPr>
          <p:nvPr userDrawn="1"/>
        </p:nvSpPr>
        <p:spPr>
          <a:xfrm>
            <a:off x="875420" y="1628800"/>
            <a:ext cx="10441160" cy="4478149"/>
          </a:xfrm>
          <a:prstGeom prst="rect">
            <a:avLst/>
          </a:prstGeom>
          <a:solidFill>
            <a:schemeClr val="accent1">
              <a:alpha val="0"/>
            </a:schemeClr>
          </a:solidFill>
        </p:spPr>
        <p:txBody>
          <a:bodyPr wrap="square" rtlCol="0">
            <a:spAutoFit/>
          </a:bodyPr>
          <a:lstStyle>
            <a:defPPr>
              <a:defRPr lang="en-US"/>
            </a:defPPr>
            <a:lvl1pPr marL="0" algn="l" defTabSz="1218895" rtl="0" eaLnBrk="1" latinLnBrk="0" hangingPunct="1">
              <a:defRPr sz="2399" kern="1200">
                <a:solidFill>
                  <a:schemeClr val="tx1"/>
                </a:solidFill>
                <a:latin typeface="+mn-lt"/>
                <a:ea typeface="+mn-ea"/>
                <a:cs typeface="+mn-cs"/>
              </a:defRPr>
            </a:lvl1pPr>
            <a:lvl2pPr marL="609448" algn="l" defTabSz="1218895" rtl="0" eaLnBrk="1" latinLnBrk="0" hangingPunct="1">
              <a:defRPr sz="2399" kern="1200">
                <a:solidFill>
                  <a:schemeClr val="tx1"/>
                </a:solidFill>
                <a:latin typeface="+mn-lt"/>
                <a:ea typeface="+mn-ea"/>
                <a:cs typeface="+mn-cs"/>
              </a:defRPr>
            </a:lvl2pPr>
            <a:lvl3pPr marL="1218895" algn="l" defTabSz="1218895" rtl="0" eaLnBrk="1" latinLnBrk="0" hangingPunct="1">
              <a:defRPr sz="2399" kern="1200">
                <a:solidFill>
                  <a:schemeClr val="tx1"/>
                </a:solidFill>
                <a:latin typeface="+mn-lt"/>
                <a:ea typeface="+mn-ea"/>
                <a:cs typeface="+mn-cs"/>
              </a:defRPr>
            </a:lvl3pPr>
            <a:lvl4pPr marL="1828343" algn="l" defTabSz="1218895" rtl="0" eaLnBrk="1" latinLnBrk="0" hangingPunct="1">
              <a:defRPr sz="2399" kern="1200">
                <a:solidFill>
                  <a:schemeClr val="tx1"/>
                </a:solidFill>
                <a:latin typeface="+mn-lt"/>
                <a:ea typeface="+mn-ea"/>
                <a:cs typeface="+mn-cs"/>
              </a:defRPr>
            </a:lvl4pPr>
            <a:lvl5pPr marL="2437790" algn="l" defTabSz="1218895" rtl="0" eaLnBrk="1" latinLnBrk="0" hangingPunct="1">
              <a:defRPr sz="2399" kern="1200">
                <a:solidFill>
                  <a:schemeClr val="tx1"/>
                </a:solidFill>
                <a:latin typeface="+mn-lt"/>
                <a:ea typeface="+mn-ea"/>
                <a:cs typeface="+mn-cs"/>
              </a:defRPr>
            </a:lvl5pPr>
            <a:lvl6pPr marL="3047238" algn="l" defTabSz="1218895" rtl="0" eaLnBrk="1" latinLnBrk="0" hangingPunct="1">
              <a:defRPr sz="2399" kern="1200">
                <a:solidFill>
                  <a:schemeClr val="tx1"/>
                </a:solidFill>
                <a:latin typeface="+mn-lt"/>
                <a:ea typeface="+mn-ea"/>
                <a:cs typeface="+mn-cs"/>
              </a:defRPr>
            </a:lvl6pPr>
            <a:lvl7pPr marL="3656686" algn="l" defTabSz="1218895" rtl="0" eaLnBrk="1" latinLnBrk="0" hangingPunct="1">
              <a:defRPr sz="2399" kern="1200">
                <a:solidFill>
                  <a:schemeClr val="tx1"/>
                </a:solidFill>
                <a:latin typeface="+mn-lt"/>
                <a:ea typeface="+mn-ea"/>
                <a:cs typeface="+mn-cs"/>
              </a:defRPr>
            </a:lvl7pPr>
            <a:lvl8pPr marL="4266133" algn="l" defTabSz="1218895" rtl="0" eaLnBrk="1" latinLnBrk="0" hangingPunct="1">
              <a:defRPr sz="2399" kern="1200">
                <a:solidFill>
                  <a:schemeClr val="tx1"/>
                </a:solidFill>
                <a:latin typeface="+mn-lt"/>
                <a:ea typeface="+mn-ea"/>
                <a:cs typeface="+mn-cs"/>
              </a:defRPr>
            </a:lvl8pPr>
            <a:lvl9pPr marL="4875581" algn="l" defTabSz="1218895" rtl="0" eaLnBrk="1" latinLnBrk="0" hangingPunct="1">
              <a:defRPr sz="2399" kern="1200">
                <a:solidFill>
                  <a:schemeClr val="tx1"/>
                </a:solidFill>
                <a:latin typeface="+mn-lt"/>
                <a:ea typeface="+mn-ea"/>
                <a:cs typeface="+mn-cs"/>
              </a:defRPr>
            </a:lvl9pPr>
          </a:lstStyle>
          <a:p>
            <a:pPr algn="l" fontAlgn="base">
              <a:spcBef>
                <a:spcPts val="1200"/>
              </a:spcBef>
            </a:pPr>
            <a:endParaRPr lang="en-AU" sz="1100" b="0" i="0" dirty="0">
              <a:solidFill>
                <a:schemeClr val="bg1"/>
              </a:solidFill>
              <a:effectLst/>
              <a:latin typeface="+mj-lt"/>
            </a:endParaRPr>
          </a:p>
          <a:p>
            <a:pPr algn="l">
              <a:spcBef>
                <a:spcPts val="1200"/>
              </a:spcBef>
            </a:pPr>
            <a:r>
              <a:rPr lang="en-AU" sz="1600" b="0" i="0" dirty="0">
                <a:solidFill>
                  <a:schemeClr val="bg1"/>
                </a:solidFill>
                <a:effectLst/>
                <a:latin typeface="+mj-lt"/>
              </a:rPr>
              <a:t>The University of Melbourne acknowledges the Traditional Owners of the unceded land on which we work, learn and live: the Wurundjeri Woi-wurrung and Bunurong peoples (Burnley, Fishermans Bend, Parkville, Southbank and Werribee campuses), the Yorta Yorta Nation (Dookie and Shepparton campuses), and the Dja Dja Wurrung people (Creswick campus).</a:t>
            </a:r>
          </a:p>
          <a:p>
            <a:pPr algn="l">
              <a:spcBef>
                <a:spcPts val="1200"/>
              </a:spcBef>
            </a:pPr>
            <a:r>
              <a:rPr lang="en-AU" sz="1600" b="0" i="0" dirty="0">
                <a:solidFill>
                  <a:schemeClr val="bg1"/>
                </a:solidFill>
                <a:effectLst/>
                <a:latin typeface="+mj-lt"/>
              </a:rPr>
              <a:t>The University also acknowledges and is grateful to the Traditional Owners, Elders and Knowledge Holders of all Indigenous nations and clans who have been instrumental in our reconciliation journey.</a:t>
            </a:r>
          </a:p>
          <a:p>
            <a:pPr algn="l">
              <a:spcBef>
                <a:spcPts val="1200"/>
              </a:spcBef>
            </a:pPr>
            <a:r>
              <a:rPr lang="en-AU" sz="1600" b="0" i="0" dirty="0">
                <a:solidFill>
                  <a:schemeClr val="bg1"/>
                </a:solidFill>
                <a:effectLst/>
                <a:latin typeface="+mj-lt"/>
              </a:rPr>
              <a:t>We recognise the unique place held by Aboriginal and Torres Strait Islander peoples as the original owners and custodians of the lands and waterways across the Australian continent, with histories of continuous connection dating back more than 60,000 years. We also acknowledge their enduring cultural practices of caring for Country.</a:t>
            </a:r>
          </a:p>
          <a:p>
            <a:pPr algn="l">
              <a:spcBef>
                <a:spcPts val="1200"/>
              </a:spcBef>
            </a:pPr>
            <a:r>
              <a:rPr lang="en-AU" sz="1600" b="0" i="0" dirty="0">
                <a:solidFill>
                  <a:schemeClr val="bg1"/>
                </a:solidFill>
                <a:effectLst/>
                <a:latin typeface="+mj-lt"/>
              </a:rPr>
              <a:t>We pay respect to Elders past, present and future, and acknowledge the importance of Indigenous knowledge in the Academy. As a community of researchers, teachers, professional staff and students we are privileged to work and learn every day with Indigenous colleagues and partners.</a:t>
            </a:r>
          </a:p>
          <a:p>
            <a:pPr algn="l">
              <a:spcBef>
                <a:spcPts val="1200"/>
              </a:spcBef>
            </a:pPr>
            <a:r>
              <a:rPr lang="en-AU" sz="1600" b="0" i="0" dirty="0">
                <a:solidFill>
                  <a:schemeClr val="bg1"/>
                </a:solidFill>
                <a:effectLst/>
                <a:latin typeface="+mj-lt"/>
              </a:rPr>
              <a:t>In making this Acknowledgment of Country we commit to respectful and responsible conduct towards all others according to the Traditional lores of this land, particularly at times of formal ceremony.</a:t>
            </a:r>
            <a:endParaRPr lang="en-AU" sz="1600" dirty="0">
              <a:solidFill>
                <a:schemeClr val="bg1"/>
              </a:solidFill>
              <a:latin typeface="+mj-lt"/>
            </a:endParaRPr>
          </a:p>
        </p:txBody>
      </p:sp>
      <p:pic>
        <p:nvPicPr>
          <p:cNvPr id="6" name="Picture Placeholder 10" descr="Logo&#10;&#10;Description automatically generated">
            <a:extLst>
              <a:ext uri="{FF2B5EF4-FFF2-40B4-BE49-F238E27FC236}">
                <a16:creationId xmlns:a16="http://schemas.microsoft.com/office/drawing/2014/main" id="{72FB4B94-D733-663C-1E58-FF1318E71F5A}"/>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5412" y="342000"/>
            <a:ext cx="1222350" cy="1223793"/>
          </a:xfrm>
          <a:prstGeom prst="rect">
            <a:avLst/>
          </a:prstGeom>
        </p:spPr>
      </p:pic>
    </p:spTree>
    <p:extLst>
      <p:ext uri="{BB962C8B-B14F-4D97-AF65-F5344CB8AC3E}">
        <p14:creationId xmlns:p14="http://schemas.microsoft.com/office/powerpoint/2010/main" val="22390705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pyright notice">
    <p:bg>
      <p:bgPr>
        <a:solidFill>
          <a:schemeClr val="bg2"/>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05BE21A-3472-BF8A-EB42-E260FAD81CC6}"/>
              </a:ext>
            </a:extLst>
          </p:cNvPr>
          <p:cNvSpPr txBox="1"/>
          <p:nvPr userDrawn="1"/>
        </p:nvSpPr>
        <p:spPr>
          <a:xfrm>
            <a:off x="1835696" y="1899350"/>
            <a:ext cx="8520608" cy="3305520"/>
          </a:xfrm>
          <a:prstGeom prst="rect">
            <a:avLst/>
          </a:prstGeom>
          <a:noFill/>
          <a:ln w="15875">
            <a:solidFill>
              <a:schemeClr val="bg1"/>
            </a:solidFill>
          </a:ln>
        </p:spPr>
        <p:txBody>
          <a:bodyPr wrap="square">
            <a:spAutoFit/>
          </a:bodyPr>
          <a:lstStyle/>
          <a:p>
            <a:pPr algn="ctr"/>
            <a:endParaRPr lang="en-GB" sz="1600" b="1"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pPr algn="ctr"/>
            <a:r>
              <a:rPr lang="en-GB" sz="1600" b="1" dirty="0">
                <a:solidFill>
                  <a:schemeClr val="bg1"/>
                </a:solidFill>
                <a:effectLst/>
                <a:latin typeface="Arial" panose="020B0604020202020204" pitchFamily="34" charset="0"/>
                <a:ea typeface="Calibri" panose="020F0502020204030204" pitchFamily="34" charset="0"/>
                <a:cs typeface="Arial" panose="020B0604020202020204" pitchFamily="34" charset="0"/>
              </a:rPr>
              <a:t>WARNING</a:t>
            </a:r>
            <a:endParaRPr lang="en-AU" sz="1600"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pPr>
              <a:lnSpc>
                <a:spcPct val="115000"/>
              </a:lnSpc>
              <a:spcBef>
                <a:spcPts val="600"/>
              </a:spcBef>
              <a:spcAft>
                <a:spcPts val="600"/>
              </a:spcAft>
            </a:pPr>
            <a:r>
              <a:rPr lang="en-GB" sz="1600" dirty="0">
                <a:solidFill>
                  <a:schemeClr val="bg1"/>
                </a:solidFill>
                <a:effectLst/>
                <a:latin typeface="Arial" panose="020B0604020202020204" pitchFamily="34" charset="0"/>
                <a:ea typeface="Calibri" panose="020F0502020204030204" pitchFamily="34" charset="0"/>
                <a:cs typeface="Arial" panose="020B0604020202020204" pitchFamily="34" charset="0"/>
              </a:rPr>
              <a:t>This material has been reproduced and communicated to you by or on behalf of the University of Melbourne in accordance with section 113P of the </a:t>
            </a:r>
            <a:r>
              <a:rPr lang="en-GB" sz="1600" i="1" dirty="0">
                <a:solidFill>
                  <a:schemeClr val="bg1"/>
                </a:solidFill>
                <a:effectLst/>
                <a:latin typeface="Arial" panose="020B0604020202020204" pitchFamily="34" charset="0"/>
                <a:ea typeface="Calibri" panose="020F0502020204030204" pitchFamily="34" charset="0"/>
                <a:cs typeface="Arial" panose="020B0604020202020204" pitchFamily="34" charset="0"/>
              </a:rPr>
              <a:t>Copyright Act 1968</a:t>
            </a:r>
            <a:r>
              <a:rPr lang="en-GB" sz="1600" dirty="0">
                <a:solidFill>
                  <a:schemeClr val="bg1"/>
                </a:solidFill>
                <a:effectLst/>
                <a:latin typeface="Arial" panose="020B0604020202020204" pitchFamily="34" charset="0"/>
                <a:ea typeface="Calibri" panose="020F0502020204030204" pitchFamily="34" charset="0"/>
                <a:cs typeface="Arial" panose="020B0604020202020204" pitchFamily="34" charset="0"/>
              </a:rPr>
              <a:t> (</a:t>
            </a:r>
            <a:r>
              <a:rPr lang="en-GB" sz="1600" b="1" dirty="0">
                <a:solidFill>
                  <a:schemeClr val="bg1"/>
                </a:solidFill>
                <a:effectLst/>
                <a:latin typeface="Arial" panose="020B0604020202020204" pitchFamily="34" charset="0"/>
                <a:ea typeface="Calibri" panose="020F0502020204030204" pitchFamily="34" charset="0"/>
                <a:cs typeface="Arial" panose="020B0604020202020204" pitchFamily="34" charset="0"/>
              </a:rPr>
              <a:t>Act</a:t>
            </a:r>
            <a:r>
              <a:rPr lang="en-GB" sz="1600" dirty="0">
                <a:solidFill>
                  <a:schemeClr val="bg1"/>
                </a:solidFill>
                <a:effectLst/>
                <a:latin typeface="Arial" panose="020B0604020202020204" pitchFamily="34" charset="0"/>
                <a:ea typeface="Calibri" panose="020F0502020204030204" pitchFamily="34" charset="0"/>
                <a:cs typeface="Arial" panose="020B0604020202020204" pitchFamily="34" charset="0"/>
              </a:rPr>
              <a:t>).</a:t>
            </a:r>
            <a:endParaRPr lang="en-AU" sz="1600"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pPr>
              <a:lnSpc>
                <a:spcPct val="115000"/>
              </a:lnSpc>
              <a:spcBef>
                <a:spcPts val="600"/>
              </a:spcBef>
              <a:spcAft>
                <a:spcPts val="600"/>
              </a:spcAft>
            </a:pPr>
            <a:r>
              <a:rPr lang="en-GB" sz="1600" dirty="0">
                <a:solidFill>
                  <a:schemeClr val="bg1"/>
                </a:solidFill>
                <a:effectLst/>
                <a:latin typeface="Arial" panose="020B0604020202020204" pitchFamily="34" charset="0"/>
                <a:ea typeface="Calibri" panose="020F0502020204030204" pitchFamily="34" charset="0"/>
                <a:cs typeface="Arial" panose="020B0604020202020204" pitchFamily="34" charset="0"/>
              </a:rPr>
              <a:t>The material in this communication may be subject to copyright under the Act. </a:t>
            </a:r>
            <a:endParaRPr lang="en-AU" sz="1600"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pPr>
              <a:lnSpc>
                <a:spcPct val="115000"/>
              </a:lnSpc>
              <a:spcBef>
                <a:spcPts val="600"/>
              </a:spcBef>
              <a:spcAft>
                <a:spcPts val="600"/>
              </a:spcAft>
            </a:pPr>
            <a:r>
              <a:rPr lang="en-GB" sz="1600" dirty="0">
                <a:solidFill>
                  <a:schemeClr val="bg1"/>
                </a:solidFill>
                <a:effectLst/>
                <a:latin typeface="Arial" panose="020B0604020202020204" pitchFamily="34" charset="0"/>
                <a:ea typeface="Calibri" panose="020F0502020204030204" pitchFamily="34" charset="0"/>
                <a:cs typeface="Arial" panose="020B0604020202020204" pitchFamily="34" charset="0"/>
              </a:rPr>
              <a:t>Any further reproduction or communication of this material by you may be the subject of copyright protection under the Act.</a:t>
            </a:r>
            <a:endParaRPr lang="en-AU" sz="1600"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pPr algn="ctr">
              <a:lnSpc>
                <a:spcPct val="115000"/>
              </a:lnSpc>
            </a:pPr>
            <a:r>
              <a:rPr lang="en-GB" sz="1600" b="1" dirty="0">
                <a:solidFill>
                  <a:schemeClr val="bg1"/>
                </a:solidFill>
                <a:effectLst/>
                <a:latin typeface="Arial" panose="020B0604020202020204" pitchFamily="34" charset="0"/>
                <a:ea typeface="Calibri" panose="020F0502020204030204" pitchFamily="34" charset="0"/>
                <a:cs typeface="Arial" panose="020B0604020202020204" pitchFamily="34" charset="0"/>
              </a:rPr>
              <a:t> </a:t>
            </a:r>
            <a:endParaRPr lang="en-AU" sz="1600"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pPr algn="ctr">
              <a:lnSpc>
                <a:spcPct val="115000"/>
              </a:lnSpc>
            </a:pPr>
            <a:r>
              <a:rPr lang="en-GB" sz="1600" b="1" dirty="0">
                <a:solidFill>
                  <a:schemeClr val="bg1"/>
                </a:solidFill>
                <a:effectLst/>
                <a:latin typeface="Arial" panose="020B0604020202020204" pitchFamily="34" charset="0"/>
                <a:ea typeface="Calibri" panose="020F0502020204030204" pitchFamily="34" charset="0"/>
                <a:cs typeface="Arial" panose="020B0604020202020204" pitchFamily="34" charset="0"/>
              </a:rPr>
              <a:t>Do not remove this notice</a:t>
            </a:r>
            <a:endParaRPr lang="en-AU" sz="1600"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r>
              <a:rPr lang="en-AU" sz="1800" dirty="0">
                <a:effectLst/>
                <a:latin typeface="Calibri" panose="020F0502020204030204" pitchFamily="34" charset="0"/>
                <a:ea typeface="Calibri" panose="020F0502020204030204" pitchFamily="34" charset="0"/>
                <a:cs typeface="Times New Roman" panose="02020603050405020304" pitchFamily="18" charset="0"/>
              </a:rPr>
              <a:t> </a:t>
            </a:r>
            <a:endParaRPr lang="en-AU" dirty="0"/>
          </a:p>
        </p:txBody>
      </p:sp>
    </p:spTree>
    <p:extLst>
      <p:ext uri="{BB962C8B-B14F-4D97-AF65-F5344CB8AC3E}">
        <p14:creationId xmlns:p14="http://schemas.microsoft.com/office/powerpoint/2010/main" val="7159838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_style1">
    <p:bg>
      <p:bgPr>
        <a:solidFill>
          <a:schemeClr val="bg2"/>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lvl1pPr>
              <a:defRPr>
                <a:solidFill>
                  <a:schemeClr val="bg1"/>
                </a:solidFill>
              </a:defRPr>
            </a:lvl1pPr>
          </a:lstStyle>
          <a:p>
            <a:r>
              <a:rPr lang="en-AU" dirty="0"/>
              <a:t>[Insert Identifier] | [Insert Report Title]</a:t>
            </a:r>
          </a:p>
        </p:txBody>
      </p:sp>
      <p:sp>
        <p:nvSpPr>
          <p:cNvPr id="11" name="Title 2">
            <a:extLst>
              <a:ext uri="{FF2B5EF4-FFF2-40B4-BE49-F238E27FC236}">
                <a16:creationId xmlns:a16="http://schemas.microsoft.com/office/drawing/2014/main" id="{221BB744-0774-4C42-7136-CFFEA126ED39}"/>
              </a:ext>
            </a:extLst>
          </p:cNvPr>
          <p:cNvSpPr>
            <a:spLocks noGrp="1"/>
          </p:cNvSpPr>
          <p:nvPr>
            <p:ph type="title"/>
          </p:nvPr>
        </p:nvSpPr>
        <p:spPr>
          <a:xfrm>
            <a:off x="345600" y="1916832"/>
            <a:ext cx="9001001" cy="2726013"/>
          </a:xfrm>
        </p:spPr>
        <p:txBody>
          <a:bodyPr anchor="ctr" anchorCtr="0"/>
          <a:lstStyle>
            <a:lvl1pPr algn="l">
              <a:lnSpc>
                <a:spcPct val="100000"/>
              </a:lnSpc>
              <a:defRPr sz="4400">
                <a:solidFill>
                  <a:schemeClr val="bg1"/>
                </a:solidFill>
              </a:defRPr>
            </a:lvl1pPr>
          </a:lstStyle>
          <a:p>
            <a:r>
              <a:rPr lang="en-US"/>
              <a:t>Click to edit Master title style</a:t>
            </a:r>
            <a:endParaRPr lang="en-AU" dirty="0"/>
          </a:p>
        </p:txBody>
      </p:sp>
      <p:pic>
        <p:nvPicPr>
          <p:cNvPr id="12" name="Picture Placeholder 10" descr="Logo&#10;&#10;Description automatically generated">
            <a:extLst>
              <a:ext uri="{FF2B5EF4-FFF2-40B4-BE49-F238E27FC236}">
                <a16:creationId xmlns:a16="http://schemas.microsoft.com/office/drawing/2014/main" id="{B9E60202-450E-CF2C-601B-7D1A7C9B3DF8}"/>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5412" y="342000"/>
            <a:ext cx="1222350" cy="1223793"/>
          </a:xfrm>
          <a:prstGeom prst="rect">
            <a:avLst/>
          </a:prstGeom>
        </p:spPr>
      </p:pic>
    </p:spTree>
    <p:extLst>
      <p:ext uri="{BB962C8B-B14F-4D97-AF65-F5344CB8AC3E}">
        <p14:creationId xmlns:p14="http://schemas.microsoft.com/office/powerpoint/2010/main" val="19147349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_with image_style1">
    <p:bg>
      <p:bgPr>
        <a:solidFill>
          <a:schemeClr val="bg2"/>
        </a:solidFill>
        <a:effectLst/>
      </p:bgPr>
    </p:bg>
    <p:spTree>
      <p:nvGrpSpPr>
        <p:cNvPr id="1" name=""/>
        <p:cNvGrpSpPr/>
        <p:nvPr/>
      </p:nvGrpSpPr>
      <p:grpSpPr>
        <a:xfrm>
          <a:off x="0" y="0"/>
          <a:ext cx="0" cy="0"/>
          <a:chOff x="0" y="0"/>
          <a:chExt cx="0" cy="0"/>
        </a:xfrm>
      </p:grpSpPr>
      <p:sp>
        <p:nvSpPr>
          <p:cNvPr id="10" name="Text Placeholder 10">
            <a:extLst>
              <a:ext uri="{FF2B5EF4-FFF2-40B4-BE49-F238E27FC236}">
                <a16:creationId xmlns:a16="http://schemas.microsoft.com/office/drawing/2014/main" id="{E3D3FA08-3353-A72F-AD1D-5DBF1C9647FE}"/>
              </a:ext>
            </a:extLst>
          </p:cNvPr>
          <p:cNvSpPr>
            <a:spLocks noGrp="1"/>
          </p:cNvSpPr>
          <p:nvPr>
            <p:ph type="body" sz="quarter" idx="18"/>
          </p:nvPr>
        </p:nvSpPr>
        <p:spPr>
          <a:xfrm>
            <a:off x="8966079" y="6437192"/>
            <a:ext cx="2880320" cy="216000"/>
          </a:xfrm>
        </p:spPr>
        <p:txBody>
          <a:bodyPr anchor="b" anchorCtr="0"/>
          <a:lstStyle>
            <a:lvl1pPr marL="0" algn="r">
              <a:lnSpc>
                <a:spcPct val="100000"/>
              </a:lnSpc>
              <a:spcAft>
                <a:spcPts val="0"/>
              </a:spcAft>
              <a:buFontTx/>
              <a:buNone/>
              <a:defRPr sz="1300" b="0">
                <a:solidFill>
                  <a:schemeClr val="bg1"/>
                </a:solidFill>
              </a:defRPr>
            </a:lvl1pPr>
            <a:lvl2pPr marL="0" algn="r">
              <a:lnSpc>
                <a:spcPct val="100000"/>
              </a:lnSpc>
              <a:spcAft>
                <a:spcPts val="0"/>
              </a:spcAft>
              <a:buFontTx/>
              <a:buNone/>
              <a:defRPr sz="1300">
                <a:solidFill>
                  <a:schemeClr val="bg1"/>
                </a:solidFill>
              </a:defRPr>
            </a:lvl2pPr>
            <a:lvl3pPr marL="0" indent="0" algn="r">
              <a:lnSpc>
                <a:spcPct val="100000"/>
              </a:lnSpc>
              <a:spcAft>
                <a:spcPts val="0"/>
              </a:spcAft>
              <a:buFontTx/>
              <a:buNone/>
              <a:defRPr sz="1400">
                <a:solidFill>
                  <a:schemeClr val="bg1"/>
                </a:solidFill>
              </a:defRPr>
            </a:lvl3pPr>
            <a:lvl4pPr marL="0" indent="0" algn="r">
              <a:lnSpc>
                <a:spcPct val="100000"/>
              </a:lnSpc>
              <a:spcAft>
                <a:spcPts val="0"/>
              </a:spcAft>
              <a:buFontTx/>
              <a:buNone/>
              <a:defRPr sz="1400">
                <a:solidFill>
                  <a:schemeClr val="bg1"/>
                </a:solidFill>
              </a:defRPr>
            </a:lvl4pPr>
            <a:lvl5pPr marL="0" indent="0" algn="r">
              <a:lnSpc>
                <a:spcPct val="100000"/>
              </a:lnSpc>
              <a:spcAft>
                <a:spcPts val="0"/>
              </a:spcAft>
              <a:buFontTx/>
              <a:buNone/>
              <a:defRPr sz="1400">
                <a:solidFill>
                  <a:schemeClr val="bg1"/>
                </a:solidFill>
              </a:defRPr>
            </a:lvl5pPr>
            <a:lvl6pPr marL="0" indent="0" algn="r">
              <a:lnSpc>
                <a:spcPct val="100000"/>
              </a:lnSpc>
              <a:spcAft>
                <a:spcPts val="0"/>
              </a:spcAft>
              <a:buFontTx/>
              <a:buNone/>
              <a:defRPr sz="1400">
                <a:solidFill>
                  <a:schemeClr val="bg1"/>
                </a:solidFill>
              </a:defRPr>
            </a:lvl6pPr>
            <a:lvl7pPr marL="0" indent="0" algn="r">
              <a:lnSpc>
                <a:spcPct val="100000"/>
              </a:lnSpc>
              <a:spcAft>
                <a:spcPts val="0"/>
              </a:spcAft>
              <a:buFontTx/>
              <a:buNone/>
              <a:defRPr sz="1400">
                <a:solidFill>
                  <a:schemeClr val="bg1"/>
                </a:solidFill>
              </a:defRPr>
            </a:lvl7pPr>
            <a:lvl8pPr marL="0" indent="0" algn="r">
              <a:lnSpc>
                <a:spcPct val="100000"/>
              </a:lnSpc>
              <a:spcAft>
                <a:spcPts val="0"/>
              </a:spcAft>
              <a:buFontTx/>
              <a:buNone/>
              <a:defRPr sz="1400">
                <a:solidFill>
                  <a:schemeClr val="bg1"/>
                </a:solidFill>
              </a:defRPr>
            </a:lvl8pPr>
            <a:lvl9pPr marL="0" indent="0" algn="r">
              <a:lnSpc>
                <a:spcPct val="100000"/>
              </a:lnSpc>
              <a:spcAft>
                <a:spcPts val="0"/>
              </a:spcAft>
              <a:buFontTx/>
              <a:buNone/>
              <a:defRPr sz="1400">
                <a:solidFill>
                  <a:schemeClr val="bg1"/>
                </a:solidFill>
              </a:defRPr>
            </a:lvl9pPr>
          </a:lstStyle>
          <a:p>
            <a:pPr lvl="0"/>
            <a:r>
              <a:rPr lang="en-US"/>
              <a:t>Click to edit Master text styles</a:t>
            </a:r>
          </a:p>
          <a:p>
            <a:pPr lvl="1"/>
            <a:r>
              <a:rPr lang="en-US"/>
              <a:t>Second level</a:t>
            </a:r>
          </a:p>
        </p:txBody>
      </p:sp>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lvl1pPr>
              <a:defRPr>
                <a:solidFill>
                  <a:schemeClr val="bg1"/>
                </a:solidFill>
              </a:defRPr>
            </a:lvl1pPr>
          </a:lstStyle>
          <a:p>
            <a:r>
              <a:rPr lang="en-AU"/>
              <a:t>[Insert Identifier] | [Insert Report Title]</a:t>
            </a:r>
          </a:p>
        </p:txBody>
      </p:sp>
      <p:pic>
        <p:nvPicPr>
          <p:cNvPr id="6" name="Picture 5" descr="A building with a clock tower&#10;&#10;Description automatically generated">
            <a:extLst>
              <a:ext uri="{FF2B5EF4-FFF2-40B4-BE49-F238E27FC236}">
                <a16:creationId xmlns:a16="http://schemas.microsoft.com/office/drawing/2014/main" id="{539DE1A1-49DF-E58A-6C88-61C3401E0A41}"/>
              </a:ext>
            </a:extLst>
          </p:cNvPr>
          <p:cNvPicPr>
            <a:picLocks noChangeAspect="1"/>
          </p:cNvPicPr>
          <p:nvPr userDrawn="1"/>
        </p:nvPicPr>
        <p:blipFill rotWithShape="1">
          <a:blip r:embed="rId2" cstate="email">
            <a:alphaModFix amt="15000"/>
            <a:extLst>
              <a:ext uri="{28A0092B-C50C-407E-A947-70E740481C1C}">
                <a14:useLocalDpi xmlns:a14="http://schemas.microsoft.com/office/drawing/2010/main"/>
              </a:ext>
            </a:extLst>
          </a:blip>
          <a:srcRect/>
          <a:stretch/>
        </p:blipFill>
        <p:spPr>
          <a:xfrm>
            <a:off x="322875" y="342000"/>
            <a:ext cx="11534887" cy="5791668"/>
          </a:xfrm>
          <a:prstGeom prst="rect">
            <a:avLst/>
          </a:prstGeom>
        </p:spPr>
      </p:pic>
      <p:sp>
        <p:nvSpPr>
          <p:cNvPr id="11" name="Title 2">
            <a:extLst>
              <a:ext uri="{FF2B5EF4-FFF2-40B4-BE49-F238E27FC236}">
                <a16:creationId xmlns:a16="http://schemas.microsoft.com/office/drawing/2014/main" id="{221BB744-0774-4C42-7136-CFFEA126ED39}"/>
              </a:ext>
            </a:extLst>
          </p:cNvPr>
          <p:cNvSpPr>
            <a:spLocks noGrp="1"/>
          </p:cNvSpPr>
          <p:nvPr>
            <p:ph type="title"/>
          </p:nvPr>
        </p:nvSpPr>
        <p:spPr>
          <a:xfrm>
            <a:off x="345600" y="1916832"/>
            <a:ext cx="9001001" cy="2726013"/>
          </a:xfrm>
        </p:spPr>
        <p:txBody>
          <a:bodyPr anchor="ctr" anchorCtr="0"/>
          <a:lstStyle>
            <a:lvl1pPr algn="l">
              <a:lnSpc>
                <a:spcPct val="100000"/>
              </a:lnSpc>
              <a:defRPr sz="4400">
                <a:solidFill>
                  <a:schemeClr val="bg1"/>
                </a:solidFill>
              </a:defRPr>
            </a:lvl1pPr>
          </a:lstStyle>
          <a:p>
            <a:r>
              <a:rPr lang="en-US"/>
              <a:t>Click to edit Master title style</a:t>
            </a:r>
            <a:endParaRPr lang="en-AU" dirty="0"/>
          </a:p>
        </p:txBody>
      </p:sp>
      <p:pic>
        <p:nvPicPr>
          <p:cNvPr id="5" name="Picture Placeholder 10" descr="Logo&#10;&#10;Description automatically generated">
            <a:extLst>
              <a:ext uri="{FF2B5EF4-FFF2-40B4-BE49-F238E27FC236}">
                <a16:creationId xmlns:a16="http://schemas.microsoft.com/office/drawing/2014/main" id="{30E4AA47-6A18-5856-8B55-31A2F24D6B0F}"/>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5412" y="342000"/>
            <a:ext cx="1222350" cy="1223793"/>
          </a:xfrm>
          <a:prstGeom prst="rect">
            <a:avLst/>
          </a:prstGeom>
        </p:spPr>
      </p:pic>
    </p:spTree>
    <p:extLst>
      <p:ext uri="{BB962C8B-B14F-4D97-AF65-F5344CB8AC3E}">
        <p14:creationId xmlns:p14="http://schemas.microsoft.com/office/powerpoint/2010/main" val="557912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Divider slide_style1">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20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4" name="Picture Placeholder 10" descr="Logo&#10;&#10;Description automatically generated">
            <a:extLst>
              <a:ext uri="{FF2B5EF4-FFF2-40B4-BE49-F238E27FC236}">
                <a16:creationId xmlns:a16="http://schemas.microsoft.com/office/drawing/2014/main" id="{F44244A3-AF35-00C5-3FA8-D6B57DDB2ED6}"/>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spTree>
    <p:extLst>
      <p:ext uri="{BB962C8B-B14F-4D97-AF65-F5344CB8AC3E}">
        <p14:creationId xmlns:p14="http://schemas.microsoft.com/office/powerpoint/2010/main" val="2727138082"/>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1">
    <p:spTree>
      <p:nvGrpSpPr>
        <p:cNvPr id="1" name=""/>
        <p:cNvGrpSpPr/>
        <p:nvPr/>
      </p:nvGrpSpPr>
      <p:grpSpPr>
        <a:xfrm>
          <a:off x="0" y="0"/>
          <a:ext cx="0" cy="0"/>
          <a:chOff x="0" y="0"/>
          <a:chExt cx="0" cy="0"/>
        </a:xfrm>
      </p:grpSpPr>
      <p:pic>
        <p:nvPicPr>
          <p:cNvPr id="4" name="Picture 3" descr="A train on the street&#10;&#10;Description automatically generated">
            <a:extLst>
              <a:ext uri="{FF2B5EF4-FFF2-40B4-BE49-F238E27FC236}">
                <a16:creationId xmlns:a16="http://schemas.microsoft.com/office/drawing/2014/main" id="{C21B4368-12D9-57AE-3A1D-DAE6674AE8C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9180000"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1850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721524032"/>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1">
    <p:spTree>
      <p:nvGrpSpPr>
        <p:cNvPr id="1" name=""/>
        <p:cNvGrpSpPr/>
        <p:nvPr/>
      </p:nvGrpSpPr>
      <p:grpSpPr>
        <a:xfrm>
          <a:off x="0" y="0"/>
          <a:ext cx="0" cy="0"/>
          <a:chOff x="0" y="0"/>
          <a:chExt cx="0" cy="0"/>
        </a:xfrm>
      </p:grpSpPr>
      <p:pic>
        <p:nvPicPr>
          <p:cNvPr id="3" name="Picture 2" descr="A close-up of a building&#10;&#10;Description automatically generated">
            <a:extLst>
              <a:ext uri="{FF2B5EF4-FFF2-40B4-BE49-F238E27FC236}">
                <a16:creationId xmlns:a16="http://schemas.microsoft.com/office/drawing/2014/main" id="{B81EDBD4-C9CF-59CC-461E-DB98C187D33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2000"/>
            <a:ext cx="9169070"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5" name="Rectangle 4">
            <a:extLst>
              <a:ext uri="{FF2B5EF4-FFF2-40B4-BE49-F238E27FC236}">
                <a16:creationId xmlns:a16="http://schemas.microsoft.com/office/drawing/2014/main" id="{4EF8F4E9-FAE8-C7F7-EED9-30CA77676534}"/>
              </a:ext>
            </a:extLst>
          </p:cNvPr>
          <p:cNvSpPr/>
          <p:nvPr userDrawn="1"/>
        </p:nvSpPr>
        <p:spPr>
          <a:xfrm>
            <a:off x="8189904" y="342000"/>
            <a:ext cx="3666846" cy="611850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pic>
        <p:nvPicPr>
          <p:cNvPr id="7" name="Picture Placeholder 10" descr="Logo&#10;&#10;Description automatically generated">
            <a:extLst>
              <a:ext uri="{FF2B5EF4-FFF2-40B4-BE49-F238E27FC236}">
                <a16:creationId xmlns:a16="http://schemas.microsoft.com/office/drawing/2014/main" id="{21F14F64-41A3-A64C-2463-CAC1DD1F1635}"/>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9" name="Text Placeholder 11">
            <a:extLst>
              <a:ext uri="{FF2B5EF4-FFF2-40B4-BE49-F238E27FC236}">
                <a16:creationId xmlns:a16="http://schemas.microsoft.com/office/drawing/2014/main" id="{CB4A80DB-38E0-359B-9518-DCF2692A96B0}"/>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Tree>
    <p:extLst>
      <p:ext uri="{BB962C8B-B14F-4D97-AF65-F5344CB8AC3E}">
        <p14:creationId xmlns:p14="http://schemas.microsoft.com/office/powerpoint/2010/main" val="2880520558"/>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1">
    <p:spTree>
      <p:nvGrpSpPr>
        <p:cNvPr id="1" name=""/>
        <p:cNvGrpSpPr/>
        <p:nvPr/>
      </p:nvGrpSpPr>
      <p:grpSpPr>
        <a:xfrm>
          <a:off x="0" y="0"/>
          <a:ext cx="0" cy="0"/>
          <a:chOff x="0" y="0"/>
          <a:chExt cx="0" cy="0"/>
        </a:xfrm>
      </p:grpSpPr>
      <p:pic>
        <p:nvPicPr>
          <p:cNvPr id="3" name="Picture 2" descr="A group of people walking outside of a building&#10;&#10;Description automatically generated">
            <a:extLst>
              <a:ext uri="{FF2B5EF4-FFF2-40B4-BE49-F238E27FC236}">
                <a16:creationId xmlns:a16="http://schemas.microsoft.com/office/drawing/2014/main" id="{FED4D6B5-F526-F625-9177-15B300C8FC0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2000"/>
            <a:ext cx="9163922"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5" name="Rectangle 4">
            <a:extLst>
              <a:ext uri="{FF2B5EF4-FFF2-40B4-BE49-F238E27FC236}">
                <a16:creationId xmlns:a16="http://schemas.microsoft.com/office/drawing/2014/main" id="{315C606B-DBD6-6B98-FCEE-3981CBD7676E}"/>
              </a:ext>
            </a:extLst>
          </p:cNvPr>
          <p:cNvSpPr/>
          <p:nvPr userDrawn="1"/>
        </p:nvSpPr>
        <p:spPr>
          <a:xfrm>
            <a:off x="8189904" y="342000"/>
            <a:ext cx="3666846" cy="611850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pic>
        <p:nvPicPr>
          <p:cNvPr id="7" name="Picture Placeholder 10" descr="Logo&#10;&#10;Description automatically generated">
            <a:extLst>
              <a:ext uri="{FF2B5EF4-FFF2-40B4-BE49-F238E27FC236}">
                <a16:creationId xmlns:a16="http://schemas.microsoft.com/office/drawing/2014/main" id="{934572BE-6DBB-223D-542C-91D71528A179}"/>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9" name="Text Placeholder 11">
            <a:extLst>
              <a:ext uri="{FF2B5EF4-FFF2-40B4-BE49-F238E27FC236}">
                <a16:creationId xmlns:a16="http://schemas.microsoft.com/office/drawing/2014/main" id="{D22CA810-7F8C-3D8D-59E6-41512FFA280C}"/>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Tree>
    <p:extLst>
      <p:ext uri="{BB962C8B-B14F-4D97-AF65-F5344CB8AC3E}">
        <p14:creationId xmlns:p14="http://schemas.microsoft.com/office/powerpoint/2010/main" val="2063822104"/>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Divider_with image4_style1">
    <p:spTree>
      <p:nvGrpSpPr>
        <p:cNvPr id="1" name=""/>
        <p:cNvGrpSpPr/>
        <p:nvPr/>
      </p:nvGrpSpPr>
      <p:grpSpPr>
        <a:xfrm>
          <a:off x="0" y="0"/>
          <a:ext cx="0" cy="0"/>
          <a:chOff x="0" y="0"/>
          <a:chExt cx="0" cy="0"/>
        </a:xfrm>
      </p:grpSpPr>
      <p:pic>
        <p:nvPicPr>
          <p:cNvPr id="3" name="Picture 2" descr="A building with many windows&#10;&#10;Description automatically generated">
            <a:extLst>
              <a:ext uri="{FF2B5EF4-FFF2-40B4-BE49-F238E27FC236}">
                <a16:creationId xmlns:a16="http://schemas.microsoft.com/office/drawing/2014/main" id="{4ACB552C-63F8-E9C0-06FA-7DB1F7430E3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1999"/>
            <a:ext cx="917508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20000"/>
          </a:xfrm>
        </p:spPr>
        <p:txBody>
          <a:bodyPr anchor="ctr" anchorCtr="0"/>
          <a:lstStyle>
            <a:lvl1pPr algn="ctr">
              <a:defRPr>
                <a:solidFill>
                  <a:srgbClr val="C00000"/>
                </a:solidFill>
              </a:defRPr>
            </a:lvl1pPr>
          </a:lstStyle>
          <a:p>
            <a:r>
              <a:rPr lang="en-AU"/>
              <a:t>Click here to insert Image</a:t>
            </a:r>
          </a:p>
        </p:txBody>
      </p:sp>
      <p:sp>
        <p:nvSpPr>
          <p:cNvPr id="5" name="Rectangle 4">
            <a:extLst>
              <a:ext uri="{FF2B5EF4-FFF2-40B4-BE49-F238E27FC236}">
                <a16:creationId xmlns:a16="http://schemas.microsoft.com/office/drawing/2014/main" id="{B961782D-5772-54A1-DB84-FE91617DDF62}"/>
              </a:ext>
            </a:extLst>
          </p:cNvPr>
          <p:cNvSpPr/>
          <p:nvPr userDrawn="1"/>
        </p:nvSpPr>
        <p:spPr>
          <a:xfrm>
            <a:off x="8189904" y="342000"/>
            <a:ext cx="3666846" cy="611850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7" name="Picture Placeholder 10" descr="Logo&#10;&#10;Description automatically generated">
            <a:extLst>
              <a:ext uri="{FF2B5EF4-FFF2-40B4-BE49-F238E27FC236}">
                <a16:creationId xmlns:a16="http://schemas.microsoft.com/office/drawing/2014/main" id="{337175A6-6452-322F-7BD0-EAA975A86561}"/>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9" name="Text Placeholder 11">
            <a:extLst>
              <a:ext uri="{FF2B5EF4-FFF2-40B4-BE49-F238E27FC236}">
                <a16:creationId xmlns:a16="http://schemas.microsoft.com/office/drawing/2014/main" id="{19FE526D-CA42-9B67-5F7E-8E810C8A8C49}"/>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363213618"/>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Divider_with image5_style1">
    <p:spTree>
      <p:nvGrpSpPr>
        <p:cNvPr id="1" name=""/>
        <p:cNvGrpSpPr/>
        <p:nvPr/>
      </p:nvGrpSpPr>
      <p:grpSpPr>
        <a:xfrm>
          <a:off x="0" y="0"/>
          <a:ext cx="0" cy="0"/>
          <a:chOff x="0" y="0"/>
          <a:chExt cx="0" cy="0"/>
        </a:xfrm>
      </p:grpSpPr>
      <p:pic>
        <p:nvPicPr>
          <p:cNvPr id="3" name="Picture 2" descr="A large auditorium with blue lights&#10;&#10;Description automatically generated">
            <a:extLst>
              <a:ext uri="{FF2B5EF4-FFF2-40B4-BE49-F238E27FC236}">
                <a16:creationId xmlns:a16="http://schemas.microsoft.com/office/drawing/2014/main" id="{E4A9FC45-DD09-38AB-3B34-9EF99267BFC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1999"/>
            <a:ext cx="8516916"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4" name="Rectangle 3">
            <a:extLst>
              <a:ext uri="{FF2B5EF4-FFF2-40B4-BE49-F238E27FC236}">
                <a16:creationId xmlns:a16="http://schemas.microsoft.com/office/drawing/2014/main" id="{D3569B04-81DF-2285-6290-6A1B9AE81DFD}"/>
              </a:ext>
            </a:extLst>
          </p:cNvPr>
          <p:cNvSpPr/>
          <p:nvPr userDrawn="1"/>
        </p:nvSpPr>
        <p:spPr>
          <a:xfrm>
            <a:off x="8189904" y="342000"/>
            <a:ext cx="3666846" cy="611850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pic>
        <p:nvPicPr>
          <p:cNvPr id="10" name="Picture Placeholder 10" descr="Logo&#10;&#10;Description automatically generated">
            <a:extLst>
              <a:ext uri="{FF2B5EF4-FFF2-40B4-BE49-F238E27FC236}">
                <a16:creationId xmlns:a16="http://schemas.microsoft.com/office/drawing/2014/main" id="{560B8F70-2D74-855E-E3DD-E1442F6A7DAB}"/>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14" name="Text Placeholder 11">
            <a:extLst>
              <a:ext uri="{FF2B5EF4-FFF2-40B4-BE49-F238E27FC236}">
                <a16:creationId xmlns:a16="http://schemas.microsoft.com/office/drawing/2014/main" id="{2C42A733-BC01-7351-0C78-CD744DE94C58}"/>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Tree>
    <p:extLst>
      <p:ext uri="{BB962C8B-B14F-4D97-AF65-F5344CB8AC3E}">
        <p14:creationId xmlns:p14="http://schemas.microsoft.com/office/powerpoint/2010/main" val="3212385525"/>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Content_Dark Mode">
    <p:bg>
      <p:bgPr>
        <a:solidFill>
          <a:schemeClr val="bg2"/>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lvl1pPr>
              <a:defRPr>
                <a:solidFill>
                  <a:schemeClr val="bg1"/>
                </a:solidFill>
              </a:defRPr>
            </a:lvl1p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870255"/>
            <a:ext cx="11500798" cy="4273200"/>
          </a:xfrm>
        </p:spPr>
        <p:txBody>
          <a:bodyPr/>
          <a:lstStyle>
            <a:lvl1pPr>
              <a:defRPr>
                <a:solidFill>
                  <a:schemeClr val="bg1"/>
                </a:solidFill>
              </a:defRPr>
            </a:lvl1pPr>
            <a:lvl2pPr>
              <a:defRPr>
                <a:solidFill>
                  <a:schemeClr val="bg1"/>
                </a:solidFill>
              </a:defRPr>
            </a:lvl2pPr>
            <a:lvl3pP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vl6pPr>
              <a:buClr>
                <a:schemeClr val="bg1"/>
              </a:buClr>
              <a:defRPr>
                <a:solidFill>
                  <a:schemeClr val="bg1"/>
                </a:solidFill>
              </a:defRPr>
            </a:lvl6pPr>
            <a:lvl7pPr>
              <a:buClr>
                <a:schemeClr val="bg1"/>
              </a:buClr>
              <a:defRPr>
                <a:solidFill>
                  <a:schemeClr val="bg1"/>
                </a:solidFill>
              </a:defRPr>
            </a:lvl7pPr>
            <a:lvl8pPr>
              <a:buClr>
                <a:schemeClr val="bg1"/>
              </a:buClr>
              <a:defRPr>
                <a:solidFill>
                  <a:schemeClr val="bg1"/>
                </a:solidFill>
              </a:defRPr>
            </a:lvl8pPr>
            <a:lvl9pPr>
              <a:buClr>
                <a:schemeClr val="bg1"/>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DB4505B-36A2-2169-8A08-C541C654FC99}"/>
              </a:ext>
            </a:extLst>
          </p:cNvPr>
          <p:cNvSpPr>
            <a:spLocks noGrp="1"/>
          </p:cNvSpPr>
          <p:nvPr>
            <p:ph type="sldNum" sz="quarter" idx="15"/>
          </p:nvPr>
        </p:nvSpPr>
        <p:spPr/>
        <p:txBody>
          <a:bodyPr/>
          <a:lstStyle>
            <a:lvl1pPr>
              <a:defRPr>
                <a:solidFill>
                  <a:schemeClr val="bg1"/>
                </a:solidFill>
              </a:defRPr>
            </a:lvl1pPr>
          </a:lstStyle>
          <a:p>
            <a:r>
              <a:rPr lang="en-AU"/>
              <a:t>Page [</a:t>
            </a:r>
            <a:fld id="{29D5CE74-914C-4689-99FC-1AEF49CE2B47}" type="slidenum">
              <a:rPr smtClean="0"/>
              <a:pPr/>
              <a:t>‹#›</a:t>
            </a:fld>
            <a:r>
              <a:t>]</a:t>
            </a:r>
            <a:endParaRPr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lvl1pPr>
              <a:defRPr>
                <a:solidFill>
                  <a:schemeClr val="bg1"/>
                </a:solidFill>
              </a:defRPr>
            </a:lvl1pPr>
          </a:lstStyle>
          <a:p>
            <a:r>
              <a:rPr lang="en-US"/>
              <a:t>Click to edit Master title style</a:t>
            </a:r>
            <a:endParaRPr lang="en-AU"/>
          </a:p>
        </p:txBody>
      </p:sp>
    </p:spTree>
    <p:extLst>
      <p:ext uri="{BB962C8B-B14F-4D97-AF65-F5344CB8AC3E}">
        <p14:creationId xmlns:p14="http://schemas.microsoft.com/office/powerpoint/2010/main" val="139245736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ideo and Presenter">
    <p:bg>
      <p:bgPr>
        <a:solidFill>
          <a:schemeClr val="bg1"/>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a:xfrm>
            <a:off x="345600" y="6437192"/>
            <a:ext cx="4114800" cy="216000"/>
          </a:xfrm>
        </p:spPr>
        <p:txBody>
          <a:bodyPr/>
          <a:lstStyle>
            <a:lvl1pPr>
              <a:defRPr>
                <a:solidFill>
                  <a:schemeClr val="bg2"/>
                </a:solidFill>
              </a:defRPr>
            </a:lvl1pPr>
          </a:lstStyle>
          <a:p>
            <a:r>
              <a:rPr lang="en-AU" dirty="0"/>
              <a:t>[Insert Identifier] | [Insert Report Title]</a:t>
            </a:r>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673806"/>
            <a:ext cx="7405200" cy="4467600"/>
          </a:xfrm>
        </p:spPr>
        <p:txBody>
          <a:bodyPr/>
          <a:lstStyle>
            <a:lvl1pPr>
              <a:defRPr>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lvl1pPr>
              <a:defRPr>
                <a:solidFill>
                  <a:schemeClr val="bg2"/>
                </a:solidFill>
              </a:defRPr>
            </a:lvl1pPr>
          </a:lstStyle>
          <a:p>
            <a:r>
              <a:rPr lang="en-US"/>
              <a:t>Click to edit Master title style</a:t>
            </a:r>
            <a:endParaRPr lang="en-AU" dirty="0"/>
          </a:p>
        </p:txBody>
      </p:sp>
      <p:sp>
        <p:nvSpPr>
          <p:cNvPr id="4" name="Picture Placeholder 7">
            <a:extLst>
              <a:ext uri="{FF2B5EF4-FFF2-40B4-BE49-F238E27FC236}">
                <a16:creationId xmlns:a16="http://schemas.microsoft.com/office/drawing/2014/main" id="{7C6DB685-726F-A1FB-C9B0-00C92EC7F117}"/>
              </a:ext>
            </a:extLst>
          </p:cNvPr>
          <p:cNvSpPr>
            <a:spLocks noGrp="1"/>
          </p:cNvSpPr>
          <p:nvPr>
            <p:ph type="pic" sz="quarter" idx="16" hasCustomPrompt="1"/>
          </p:nvPr>
        </p:nvSpPr>
        <p:spPr>
          <a:xfrm>
            <a:off x="8040217" y="1673806"/>
            <a:ext cx="3806182" cy="4467794"/>
          </a:xfrm>
          <a:blipFill>
            <a:blip r:embed="rId2" cstate="print">
              <a:extLst>
                <a:ext uri="{28A0092B-C50C-407E-A947-70E740481C1C}">
                  <a14:useLocalDpi xmlns:a14="http://schemas.microsoft.com/office/drawing/2010/main" val="0"/>
                </a:ext>
              </a:extLst>
            </a:blip>
            <a:stretch>
              <a:fillRect l="-12818" t="-6998" r="-14598" b="-250"/>
            </a:stretch>
          </a:blipFill>
        </p:spPr>
        <p:txBody>
          <a:bodyPr anchor="ctr" anchorCtr="0"/>
          <a:lstStyle>
            <a:lvl1pPr algn="ctr">
              <a:defRPr/>
            </a:lvl1pPr>
          </a:lstStyle>
          <a:p>
            <a:r>
              <a:rPr lang="en-AU" dirty="0"/>
              <a:t>Click icon to add Image of presenter</a:t>
            </a:r>
          </a:p>
        </p:txBody>
      </p:sp>
      <p:sp>
        <p:nvSpPr>
          <p:cNvPr id="5" name="TextBox 4">
            <a:extLst>
              <a:ext uri="{FF2B5EF4-FFF2-40B4-BE49-F238E27FC236}">
                <a16:creationId xmlns:a16="http://schemas.microsoft.com/office/drawing/2014/main" id="{8D5EAD7E-7B06-ABC7-F34C-50EDEAFC6D52}"/>
              </a:ext>
            </a:extLst>
          </p:cNvPr>
          <p:cNvSpPr txBox="1"/>
          <p:nvPr userDrawn="1"/>
        </p:nvSpPr>
        <p:spPr>
          <a:xfrm>
            <a:off x="4700845" y="6499304"/>
            <a:ext cx="7145554" cy="153888"/>
          </a:xfrm>
          <a:prstGeom prst="rect">
            <a:avLst/>
          </a:prstGeom>
          <a:noFill/>
        </p:spPr>
        <p:txBody>
          <a:bodyPr wrap="square" lIns="0" tIns="0" rIns="0" bIns="0" rtlCol="0">
            <a:spAutoFit/>
          </a:bodyPr>
          <a:lstStyle/>
          <a:p>
            <a:pPr algn="r">
              <a:lnSpc>
                <a:spcPts val="1200"/>
              </a:lnSpc>
            </a:pPr>
            <a:r>
              <a:rPr lang="en-AU" sz="1000" dirty="0"/>
              <a:t>(c) The University of Melbourne &lt;insert year&gt; This content is protected and may not be shared, uploaded, or distributed.</a:t>
            </a:r>
          </a:p>
        </p:txBody>
      </p:sp>
    </p:spTree>
    <p:extLst>
      <p:ext uri="{BB962C8B-B14F-4D97-AF65-F5344CB8AC3E}">
        <p14:creationId xmlns:p14="http://schemas.microsoft.com/office/powerpoint/2010/main" val="39155435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chemeClr val="bg1"/>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lvl1pPr>
              <a:defRPr>
                <a:solidFill>
                  <a:schemeClr val="bg2"/>
                </a:solidFill>
              </a:defRPr>
            </a:lvl1p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870255"/>
            <a:ext cx="11500798" cy="4273200"/>
          </a:xfrm>
        </p:spPr>
        <p:txBody>
          <a:bodyPr/>
          <a:lstStyle>
            <a:lvl1pPr>
              <a:defRPr>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DB4505B-36A2-2169-8A08-C541C654FC99}"/>
              </a:ext>
            </a:extLst>
          </p:cNvPr>
          <p:cNvSpPr>
            <a:spLocks noGrp="1"/>
          </p:cNvSpPr>
          <p:nvPr>
            <p:ph type="sldNum" sz="quarter" idx="15"/>
          </p:nvPr>
        </p:nvSpPr>
        <p:spPr/>
        <p:txBody>
          <a:bodyPr/>
          <a:lstStyle>
            <a:lvl1pPr>
              <a:defRPr>
                <a:solidFill>
                  <a:schemeClr val="bg2"/>
                </a:solidFill>
              </a:defRPr>
            </a:lvl1pPr>
          </a:lstStyle>
          <a:p>
            <a:r>
              <a:rPr lang="en-AU"/>
              <a:t>Page [</a:t>
            </a:r>
            <a:fld id="{29D5CE74-914C-4689-99FC-1AEF49CE2B47}" type="slidenum">
              <a:rPr smtClean="0"/>
              <a:pPr/>
              <a:t>‹#›</a:t>
            </a:fld>
            <a:r>
              <a:t>]</a:t>
            </a:r>
            <a:endParaRPr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lvl1pPr>
              <a:defRPr>
                <a:solidFill>
                  <a:schemeClr val="bg2"/>
                </a:solidFill>
              </a:defRPr>
            </a:lvl1pPr>
          </a:lstStyle>
          <a:p>
            <a:r>
              <a:rPr lang="en-US"/>
              <a:t>Click to edit Master title style</a:t>
            </a:r>
            <a:endParaRPr lang="en-AU" dirty="0"/>
          </a:p>
        </p:txBody>
      </p:sp>
    </p:spTree>
    <p:extLst>
      <p:ext uri="{BB962C8B-B14F-4D97-AF65-F5344CB8AC3E}">
        <p14:creationId xmlns:p14="http://schemas.microsoft.com/office/powerpoint/2010/main" val="32675359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and Content_Small Fo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870255"/>
            <a:ext cx="11500798"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DB4505B-36A2-2169-8A08-C541C654FC99}"/>
              </a:ext>
            </a:extLst>
          </p:cNvPr>
          <p:cNvSpPr>
            <a:spLocks noGrp="1"/>
          </p:cNvSpPr>
          <p:nvPr>
            <p:ph type="sldNum" sz="quarter" idx="15"/>
          </p:nvPr>
        </p:nvSpPr>
        <p:spPr/>
        <p:txBody>
          <a:bodyPr/>
          <a:lstStyle/>
          <a:p>
            <a:r>
              <a:rPr lang="en-AU"/>
              <a:t>Page [</a:t>
            </a:r>
            <a:fld id="{29D5CE74-914C-4689-99FC-1AEF49CE2B47}" type="slidenum">
              <a:rPr smtClean="0"/>
              <a:pPr/>
              <a:t>‹#›</a:t>
            </a:fld>
            <a:r>
              <a:t>]</a:t>
            </a:r>
            <a:endParaRPr lang="en-AU"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p>
            <a:r>
              <a:rPr lang="en-US"/>
              <a:t>Click to edit Master title style</a:t>
            </a:r>
            <a:endParaRPr lang="en-AU"/>
          </a:p>
        </p:txBody>
      </p:sp>
    </p:spTree>
    <p:extLst>
      <p:ext uri="{BB962C8B-B14F-4D97-AF65-F5344CB8AC3E}">
        <p14:creationId xmlns:p14="http://schemas.microsoft.com/office/powerpoint/2010/main" val="70426607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Two Content_Small Fo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870255"/>
            <a:ext cx="5626800"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DB4505B-36A2-2169-8A08-C541C654FC99}"/>
              </a:ext>
            </a:extLst>
          </p:cNvPr>
          <p:cNvSpPr>
            <a:spLocks noGrp="1"/>
          </p:cNvSpPr>
          <p:nvPr>
            <p:ph type="sldNum" sz="quarter" idx="15"/>
          </p:nvPr>
        </p:nvSpPr>
        <p:spPr>
          <a:xfrm>
            <a:off x="10267260" y="6437192"/>
            <a:ext cx="1579139" cy="216000"/>
          </a:xfrm>
        </p:spPr>
        <p:txBody>
          <a:bodyPr/>
          <a:lstStyle/>
          <a:p>
            <a:r>
              <a:rPr lang="en-AU"/>
              <a:t>Page [</a:t>
            </a:r>
            <a:fld id="{29D5CE74-914C-4689-99FC-1AEF49CE2B47}" type="slidenum">
              <a:rPr smtClean="0"/>
              <a:pPr/>
              <a:t>‹#›</a:t>
            </a:fld>
            <a:r>
              <a:t>]</a:t>
            </a:r>
            <a:endParaRPr lang="en-AU"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p>
            <a:r>
              <a:rPr lang="en-US"/>
              <a:t>Click to edit Master title style</a:t>
            </a:r>
            <a:endParaRPr lang="en-AU"/>
          </a:p>
        </p:txBody>
      </p:sp>
      <p:sp>
        <p:nvSpPr>
          <p:cNvPr id="4" name="Content Placeholder 6">
            <a:extLst>
              <a:ext uri="{FF2B5EF4-FFF2-40B4-BE49-F238E27FC236}">
                <a16:creationId xmlns:a16="http://schemas.microsoft.com/office/drawing/2014/main" id="{BED691C7-E3FD-C9C6-88B5-D844BB5B3D47}"/>
              </a:ext>
            </a:extLst>
          </p:cNvPr>
          <p:cNvSpPr>
            <a:spLocks noGrp="1"/>
          </p:cNvSpPr>
          <p:nvPr>
            <p:ph sz="quarter" idx="16"/>
          </p:nvPr>
        </p:nvSpPr>
        <p:spPr>
          <a:xfrm>
            <a:off x="6219599" y="1870255"/>
            <a:ext cx="5626800"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75151300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Content and Image_Small Fo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870255"/>
            <a:ext cx="5626800"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DB4505B-36A2-2169-8A08-C541C654FC99}"/>
              </a:ext>
            </a:extLst>
          </p:cNvPr>
          <p:cNvSpPr>
            <a:spLocks noGrp="1"/>
          </p:cNvSpPr>
          <p:nvPr>
            <p:ph type="sldNum" sz="quarter" idx="15"/>
          </p:nvPr>
        </p:nvSpPr>
        <p:spPr>
          <a:xfrm>
            <a:off x="10267260" y="6437192"/>
            <a:ext cx="1579139" cy="216000"/>
          </a:xfrm>
        </p:spPr>
        <p:txBody>
          <a:bodyPr/>
          <a:lstStyle/>
          <a:p>
            <a:r>
              <a:rPr lang="en-AU"/>
              <a:t>Page [</a:t>
            </a:r>
            <a:fld id="{29D5CE74-914C-4689-99FC-1AEF49CE2B47}" type="slidenum">
              <a:rPr smtClean="0"/>
              <a:pPr/>
              <a:t>‹#›</a:t>
            </a:fld>
            <a:r>
              <a:t>]</a:t>
            </a:r>
            <a:endParaRPr lang="en-AU"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p>
            <a:r>
              <a:rPr lang="en-US"/>
              <a:t>Click to edit Master title style</a:t>
            </a:r>
            <a:endParaRPr lang="en-AU"/>
          </a:p>
        </p:txBody>
      </p:sp>
      <p:sp>
        <p:nvSpPr>
          <p:cNvPr id="6" name="Picture Placeholder 5">
            <a:extLst>
              <a:ext uri="{FF2B5EF4-FFF2-40B4-BE49-F238E27FC236}">
                <a16:creationId xmlns:a16="http://schemas.microsoft.com/office/drawing/2014/main" id="{FC2A53D8-7CC9-C8A8-3494-5EBD660356B9}"/>
              </a:ext>
            </a:extLst>
          </p:cNvPr>
          <p:cNvSpPr>
            <a:spLocks noGrp="1"/>
          </p:cNvSpPr>
          <p:nvPr>
            <p:ph type="pic" sz="quarter" idx="16" hasCustomPrompt="1"/>
          </p:nvPr>
        </p:nvSpPr>
        <p:spPr>
          <a:xfrm>
            <a:off x="6219599" y="1870075"/>
            <a:ext cx="5626800" cy="4273200"/>
          </a:xfrm>
        </p:spPr>
        <p:txBody>
          <a:bodyPr anchor="ctr" anchorCtr="0"/>
          <a:lstStyle>
            <a:lvl1pPr algn="ctr">
              <a:lnSpc>
                <a:spcPts val="1400"/>
              </a:lnSpc>
              <a:defRPr sz="1200"/>
            </a:lvl1pPr>
          </a:lstStyle>
          <a:p>
            <a:r>
              <a:rPr lang="en-AU" dirty="0"/>
              <a:t>Click icon to insert image</a:t>
            </a:r>
          </a:p>
        </p:txBody>
      </p:sp>
    </p:spTree>
    <p:extLst>
      <p:ext uri="{BB962C8B-B14F-4D97-AF65-F5344CB8AC3E}">
        <p14:creationId xmlns:p14="http://schemas.microsoft.com/office/powerpoint/2010/main" val="311828058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Two Charts">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0" y="1870255"/>
            <a:ext cx="5626800" cy="3875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3" name="Content Placeholder 6">
            <a:extLst>
              <a:ext uri="{FF2B5EF4-FFF2-40B4-BE49-F238E27FC236}">
                <a16:creationId xmlns:a16="http://schemas.microsoft.com/office/drawing/2014/main" id="{0E523094-F604-E83D-B6FC-E524D91039CC}"/>
              </a:ext>
            </a:extLst>
          </p:cNvPr>
          <p:cNvSpPr>
            <a:spLocks noGrp="1"/>
          </p:cNvSpPr>
          <p:nvPr>
            <p:ph sz="quarter" idx="15"/>
          </p:nvPr>
        </p:nvSpPr>
        <p:spPr>
          <a:xfrm>
            <a:off x="6224055" y="1870255"/>
            <a:ext cx="5622344" cy="38861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898C495-622F-59C5-A0D8-F102ED97EC28}"/>
              </a:ext>
            </a:extLst>
          </p:cNvPr>
          <p:cNvSpPr>
            <a:spLocks noGrp="1"/>
          </p:cNvSpPr>
          <p:nvPr>
            <p:ph type="sldNum" sz="quarter" idx="16"/>
          </p:nvPr>
        </p:nvSpPr>
        <p:spPr/>
        <p:txBody>
          <a:bodyPr/>
          <a:lstStyle/>
          <a:p>
            <a:r>
              <a:rPr lang="en-AU"/>
              <a:t>Page [</a:t>
            </a:r>
            <a:fld id="{29D5CE74-914C-4689-99FC-1AEF49CE2B47}" type="slidenum">
              <a:rPr smtClean="0"/>
              <a:pPr/>
              <a:t>‹#›</a:t>
            </a:fld>
            <a:r>
              <a:t>]</a:t>
            </a:r>
            <a:endParaRPr lang="en-AU" dirty="0"/>
          </a:p>
        </p:txBody>
      </p:sp>
      <p:sp>
        <p:nvSpPr>
          <p:cNvPr id="6" name="Chart Placeholder 5">
            <a:extLst>
              <a:ext uri="{FF2B5EF4-FFF2-40B4-BE49-F238E27FC236}">
                <a16:creationId xmlns:a16="http://schemas.microsoft.com/office/drawing/2014/main" id="{83A92489-4F48-E651-8308-E8A1BEAEF4BD}"/>
              </a:ext>
            </a:extLst>
          </p:cNvPr>
          <p:cNvSpPr>
            <a:spLocks noGrp="1"/>
          </p:cNvSpPr>
          <p:nvPr>
            <p:ph type="chart" sz="quarter" idx="17" hasCustomPrompt="1"/>
          </p:nvPr>
        </p:nvSpPr>
        <p:spPr>
          <a:xfrm>
            <a:off x="345600" y="2573905"/>
            <a:ext cx="5626575" cy="2880320"/>
          </a:xfrm>
        </p:spPr>
        <p:txBody>
          <a:bodyPr anchor="ctr" anchorCtr="0"/>
          <a:lstStyle>
            <a:lvl1pPr algn="ctr">
              <a:defRPr/>
            </a:lvl1pPr>
          </a:lstStyle>
          <a:p>
            <a:r>
              <a:rPr lang="en-AU" dirty="0"/>
              <a:t>Click icon to insert Chart</a:t>
            </a:r>
          </a:p>
        </p:txBody>
      </p:sp>
      <p:sp>
        <p:nvSpPr>
          <p:cNvPr id="9" name="Chart Placeholder 5">
            <a:extLst>
              <a:ext uri="{FF2B5EF4-FFF2-40B4-BE49-F238E27FC236}">
                <a16:creationId xmlns:a16="http://schemas.microsoft.com/office/drawing/2014/main" id="{9D4C9335-8F56-5714-572A-14E7E23CC1AB}"/>
              </a:ext>
            </a:extLst>
          </p:cNvPr>
          <p:cNvSpPr>
            <a:spLocks noGrp="1"/>
          </p:cNvSpPr>
          <p:nvPr>
            <p:ph type="chart" sz="quarter" idx="18" hasCustomPrompt="1"/>
          </p:nvPr>
        </p:nvSpPr>
        <p:spPr>
          <a:xfrm>
            <a:off x="6223381" y="2573905"/>
            <a:ext cx="5623018" cy="2880320"/>
          </a:xfrm>
        </p:spPr>
        <p:txBody>
          <a:bodyPr anchor="ctr" anchorCtr="0"/>
          <a:lstStyle>
            <a:lvl1pPr algn="ctr">
              <a:defRPr/>
            </a:lvl1pPr>
          </a:lstStyle>
          <a:p>
            <a:r>
              <a:rPr lang="en-AU" dirty="0"/>
              <a:t>Click icon to insert Chart</a:t>
            </a:r>
          </a:p>
        </p:txBody>
      </p:sp>
      <p:sp>
        <p:nvSpPr>
          <p:cNvPr id="4" name="Title 3">
            <a:extLst>
              <a:ext uri="{FF2B5EF4-FFF2-40B4-BE49-F238E27FC236}">
                <a16:creationId xmlns:a16="http://schemas.microsoft.com/office/drawing/2014/main" id="{0C4277FC-2AB5-CB23-BC94-BEF3C9536350}"/>
              </a:ext>
            </a:extLst>
          </p:cNvPr>
          <p:cNvSpPr>
            <a:spLocks noGrp="1"/>
          </p:cNvSpPr>
          <p:nvPr>
            <p:ph type="title"/>
          </p:nvPr>
        </p:nvSpPr>
        <p:spPr/>
        <p:txBody>
          <a:bodyPr/>
          <a:lstStyle/>
          <a:p>
            <a:r>
              <a:rPr lang="en-US"/>
              <a:t>Click to edit Master title style</a:t>
            </a:r>
            <a:endParaRPr lang="en-AU"/>
          </a:p>
        </p:txBody>
      </p:sp>
    </p:spTree>
    <p:extLst>
      <p:ext uri="{BB962C8B-B14F-4D97-AF65-F5344CB8AC3E}">
        <p14:creationId xmlns:p14="http://schemas.microsoft.com/office/powerpoint/2010/main" val="406101805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and Two Conte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0" y="1870255"/>
            <a:ext cx="5626800" cy="427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3" name="Content Placeholder 6">
            <a:extLst>
              <a:ext uri="{FF2B5EF4-FFF2-40B4-BE49-F238E27FC236}">
                <a16:creationId xmlns:a16="http://schemas.microsoft.com/office/drawing/2014/main" id="{0E523094-F604-E83D-B6FC-E524D91039CC}"/>
              </a:ext>
            </a:extLst>
          </p:cNvPr>
          <p:cNvSpPr>
            <a:spLocks noGrp="1"/>
          </p:cNvSpPr>
          <p:nvPr>
            <p:ph sz="quarter" idx="15"/>
          </p:nvPr>
        </p:nvSpPr>
        <p:spPr>
          <a:xfrm>
            <a:off x="6224055" y="1870255"/>
            <a:ext cx="5622343" cy="427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898C495-622F-59C5-A0D8-F102ED97EC28}"/>
              </a:ext>
            </a:extLst>
          </p:cNvPr>
          <p:cNvSpPr>
            <a:spLocks noGrp="1"/>
          </p:cNvSpPr>
          <p:nvPr>
            <p:ph type="sldNum" sz="quarter" idx="16"/>
          </p:nvPr>
        </p:nvSpPr>
        <p:spPr/>
        <p:txBody>
          <a:bodyPr/>
          <a:lstStyle/>
          <a:p>
            <a:r>
              <a:rPr lang="en-AU"/>
              <a:t>Page [</a:t>
            </a:r>
            <a:fld id="{29D5CE74-914C-4689-99FC-1AEF49CE2B47}" type="slidenum">
              <a:rPr smtClean="0"/>
              <a:pPr/>
              <a:t>‹#›</a:t>
            </a:fld>
            <a:r>
              <a:t>]</a:t>
            </a:r>
            <a:endParaRPr lang="en-AU" dirty="0"/>
          </a:p>
        </p:txBody>
      </p:sp>
      <p:sp>
        <p:nvSpPr>
          <p:cNvPr id="4" name="Title 3">
            <a:extLst>
              <a:ext uri="{FF2B5EF4-FFF2-40B4-BE49-F238E27FC236}">
                <a16:creationId xmlns:a16="http://schemas.microsoft.com/office/drawing/2014/main" id="{4863FD07-110D-DEB8-85AE-92CD33C072C4}"/>
              </a:ext>
            </a:extLst>
          </p:cNvPr>
          <p:cNvSpPr>
            <a:spLocks noGrp="1"/>
          </p:cNvSpPr>
          <p:nvPr>
            <p:ph type="title"/>
          </p:nvPr>
        </p:nvSpPr>
        <p:spPr/>
        <p:txBody>
          <a:bodyPr/>
          <a:lstStyle/>
          <a:p>
            <a:r>
              <a:rPr lang="en-US"/>
              <a:t>Click to edit Master title style</a:t>
            </a:r>
            <a:endParaRPr lang="en-AU"/>
          </a:p>
        </p:txBody>
      </p:sp>
    </p:spTree>
    <p:extLst>
      <p:ext uri="{BB962C8B-B14F-4D97-AF65-F5344CB8AC3E}">
        <p14:creationId xmlns:p14="http://schemas.microsoft.com/office/powerpoint/2010/main" val="142184763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and Three Content_Small Fo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870255"/>
            <a:ext cx="3600000"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DB4505B-36A2-2169-8A08-C541C654FC99}"/>
              </a:ext>
            </a:extLst>
          </p:cNvPr>
          <p:cNvSpPr>
            <a:spLocks noGrp="1"/>
          </p:cNvSpPr>
          <p:nvPr>
            <p:ph type="sldNum" sz="quarter" idx="15"/>
          </p:nvPr>
        </p:nvSpPr>
        <p:spPr>
          <a:xfrm>
            <a:off x="10267260" y="6437192"/>
            <a:ext cx="1579139" cy="216000"/>
          </a:xfrm>
        </p:spPr>
        <p:txBody>
          <a:bodyPr/>
          <a:lstStyle/>
          <a:p>
            <a:r>
              <a:rPr lang="en-AU" dirty="0"/>
              <a:t>Page [</a:t>
            </a:r>
            <a:fld id="{29D5CE74-914C-4689-99FC-1AEF49CE2B47}" type="slidenum">
              <a:rPr smtClean="0"/>
              <a:pPr/>
              <a:t>‹#›</a:t>
            </a:fld>
            <a:r>
              <a:rPr dirty="0"/>
              <a:t>]</a:t>
            </a:r>
            <a:endParaRPr lang="en-AU"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p>
            <a:r>
              <a:rPr lang="en-US"/>
              <a:t>Click to edit Master title style</a:t>
            </a:r>
            <a:endParaRPr lang="en-AU" dirty="0"/>
          </a:p>
        </p:txBody>
      </p:sp>
      <p:sp>
        <p:nvSpPr>
          <p:cNvPr id="4" name="Content Placeholder 6">
            <a:extLst>
              <a:ext uri="{FF2B5EF4-FFF2-40B4-BE49-F238E27FC236}">
                <a16:creationId xmlns:a16="http://schemas.microsoft.com/office/drawing/2014/main" id="{BED691C7-E3FD-C9C6-88B5-D844BB5B3D47}"/>
              </a:ext>
            </a:extLst>
          </p:cNvPr>
          <p:cNvSpPr>
            <a:spLocks noGrp="1"/>
          </p:cNvSpPr>
          <p:nvPr>
            <p:ph sz="quarter" idx="16"/>
          </p:nvPr>
        </p:nvSpPr>
        <p:spPr>
          <a:xfrm>
            <a:off x="4296000" y="1870255"/>
            <a:ext cx="3600000"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5" name="Content Placeholder 6">
            <a:extLst>
              <a:ext uri="{FF2B5EF4-FFF2-40B4-BE49-F238E27FC236}">
                <a16:creationId xmlns:a16="http://schemas.microsoft.com/office/drawing/2014/main" id="{A14B56AF-59AC-1DD7-A515-93236D9D5034}"/>
              </a:ext>
            </a:extLst>
          </p:cNvPr>
          <p:cNvSpPr>
            <a:spLocks noGrp="1"/>
          </p:cNvSpPr>
          <p:nvPr>
            <p:ph sz="quarter" idx="17"/>
          </p:nvPr>
        </p:nvSpPr>
        <p:spPr>
          <a:xfrm>
            <a:off x="8246399" y="1870255"/>
            <a:ext cx="3600000"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50306449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Three Conte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0" y="1870255"/>
            <a:ext cx="3600000" cy="427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3" name="Content Placeholder 6">
            <a:extLst>
              <a:ext uri="{FF2B5EF4-FFF2-40B4-BE49-F238E27FC236}">
                <a16:creationId xmlns:a16="http://schemas.microsoft.com/office/drawing/2014/main" id="{0E523094-F604-E83D-B6FC-E524D91039CC}"/>
              </a:ext>
            </a:extLst>
          </p:cNvPr>
          <p:cNvSpPr>
            <a:spLocks noGrp="1"/>
          </p:cNvSpPr>
          <p:nvPr>
            <p:ph sz="quarter" idx="15"/>
          </p:nvPr>
        </p:nvSpPr>
        <p:spPr>
          <a:xfrm>
            <a:off x="4295999" y="1870255"/>
            <a:ext cx="3600000" cy="427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4" name="Content Placeholder 6">
            <a:extLst>
              <a:ext uri="{FF2B5EF4-FFF2-40B4-BE49-F238E27FC236}">
                <a16:creationId xmlns:a16="http://schemas.microsoft.com/office/drawing/2014/main" id="{12B8F049-B051-C3CF-84AF-76D0419ECC4D}"/>
              </a:ext>
            </a:extLst>
          </p:cNvPr>
          <p:cNvSpPr>
            <a:spLocks noGrp="1"/>
          </p:cNvSpPr>
          <p:nvPr>
            <p:ph sz="quarter" idx="16"/>
          </p:nvPr>
        </p:nvSpPr>
        <p:spPr>
          <a:xfrm>
            <a:off x="8246399" y="1870255"/>
            <a:ext cx="3600000" cy="427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6" name="Slide Number Placeholder 5">
            <a:extLst>
              <a:ext uri="{FF2B5EF4-FFF2-40B4-BE49-F238E27FC236}">
                <a16:creationId xmlns:a16="http://schemas.microsoft.com/office/drawing/2014/main" id="{CA6341BC-444F-9260-2F29-DB09F5C10802}"/>
              </a:ext>
            </a:extLst>
          </p:cNvPr>
          <p:cNvSpPr>
            <a:spLocks noGrp="1"/>
          </p:cNvSpPr>
          <p:nvPr>
            <p:ph type="sldNum" sz="quarter" idx="17"/>
          </p:nvPr>
        </p:nvSpPr>
        <p:spPr>
          <a:xfrm>
            <a:off x="10267260" y="6437192"/>
            <a:ext cx="1579139" cy="216000"/>
          </a:xfrm>
        </p:spPr>
        <p:txBody>
          <a:bodyPr/>
          <a:lstStyle/>
          <a:p>
            <a:r>
              <a:rPr lang="en-AU"/>
              <a:t>Page [</a:t>
            </a:r>
            <a:fld id="{29D5CE74-914C-4689-99FC-1AEF49CE2B47}" type="slidenum">
              <a:rPr smtClean="0"/>
              <a:pPr/>
              <a:t>‹#›</a:t>
            </a:fld>
            <a:r>
              <a:t>]</a:t>
            </a:r>
            <a:endParaRPr lang="en-AU" dirty="0"/>
          </a:p>
        </p:txBody>
      </p:sp>
      <p:sp>
        <p:nvSpPr>
          <p:cNvPr id="8" name="Title 7">
            <a:extLst>
              <a:ext uri="{FF2B5EF4-FFF2-40B4-BE49-F238E27FC236}">
                <a16:creationId xmlns:a16="http://schemas.microsoft.com/office/drawing/2014/main" id="{B997EF1D-2BE4-A99C-D98C-B233628816F3}"/>
              </a:ext>
            </a:extLst>
          </p:cNvPr>
          <p:cNvSpPr>
            <a:spLocks noGrp="1"/>
          </p:cNvSpPr>
          <p:nvPr>
            <p:ph type="title"/>
          </p:nvPr>
        </p:nvSpPr>
        <p:spPr/>
        <p:txBody>
          <a:bodyPr/>
          <a:lstStyle/>
          <a:p>
            <a:r>
              <a:rPr lang="en-US"/>
              <a:t>Click to edit Master title style</a:t>
            </a:r>
            <a:endParaRPr lang="en-AU"/>
          </a:p>
        </p:txBody>
      </p:sp>
    </p:spTree>
    <p:extLst>
      <p:ext uri="{BB962C8B-B14F-4D97-AF65-F5344CB8AC3E}">
        <p14:creationId xmlns:p14="http://schemas.microsoft.com/office/powerpoint/2010/main" val="262876395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Thank you_1">
    <p:bg>
      <p:bgPr>
        <a:solidFill>
          <a:schemeClr val="bg2"/>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a:xfrm>
            <a:off x="1577134" y="1133745"/>
            <a:ext cx="9001001" cy="869091"/>
          </a:xfrm>
        </p:spPr>
        <p:txBody>
          <a:bodyPr/>
          <a:lstStyle>
            <a:lvl1pPr algn="ctr">
              <a:lnSpc>
                <a:spcPts val="5200"/>
              </a:lnSpc>
              <a:defRPr sz="4800">
                <a:solidFill>
                  <a:schemeClr val="bg1"/>
                </a:solidFill>
              </a:defRPr>
            </a:lvl1pPr>
          </a:lstStyle>
          <a:p>
            <a:r>
              <a:rPr lang="en-US"/>
              <a:t>Click to edit Master title style</a:t>
            </a:r>
            <a:endParaRPr lang="en-AU" dirty="0"/>
          </a:p>
        </p:txBody>
      </p:sp>
      <p:sp>
        <p:nvSpPr>
          <p:cNvPr id="6" name="Text Placeholder 10">
            <a:extLst>
              <a:ext uri="{FF2B5EF4-FFF2-40B4-BE49-F238E27FC236}">
                <a16:creationId xmlns:a16="http://schemas.microsoft.com/office/drawing/2014/main" id="{8301EF29-6923-272A-530E-72477C52E01B}"/>
              </a:ext>
            </a:extLst>
          </p:cNvPr>
          <p:cNvSpPr>
            <a:spLocks noGrp="1"/>
          </p:cNvSpPr>
          <p:nvPr>
            <p:ph type="body" sz="quarter" idx="17" hasCustomPrompt="1"/>
          </p:nvPr>
        </p:nvSpPr>
        <p:spPr>
          <a:xfrm>
            <a:off x="345600" y="6023122"/>
            <a:ext cx="5490611" cy="630070"/>
          </a:xfrm>
        </p:spPr>
        <p:txBody>
          <a:bodyPr anchor="b" anchorCtr="0"/>
          <a:lstStyle>
            <a:lvl1pPr marL="0" algn="l">
              <a:lnSpc>
                <a:spcPct val="100000"/>
              </a:lnSpc>
              <a:spcAft>
                <a:spcPts val="0"/>
              </a:spcAft>
              <a:buFontTx/>
              <a:buNone/>
              <a:defRPr sz="1400" b="0">
                <a:solidFill>
                  <a:schemeClr val="bg1"/>
                </a:solidFill>
              </a:defRPr>
            </a:lvl1pPr>
            <a:lvl2pPr marL="0" algn="l">
              <a:lnSpc>
                <a:spcPct val="100000"/>
              </a:lnSpc>
              <a:spcAft>
                <a:spcPts val="0"/>
              </a:spcAft>
              <a:buFontTx/>
              <a:buNone/>
              <a:defRPr sz="1400" b="0">
                <a:solidFill>
                  <a:schemeClr val="bg1"/>
                </a:solidFill>
              </a:defRPr>
            </a:lvl2pPr>
            <a:lvl3pPr marL="0" indent="0" algn="l">
              <a:lnSpc>
                <a:spcPct val="100000"/>
              </a:lnSpc>
              <a:spcAft>
                <a:spcPts val="0"/>
              </a:spcAft>
              <a:buFontTx/>
              <a:buNone/>
              <a:defRPr sz="1400" b="0">
                <a:solidFill>
                  <a:schemeClr val="bg1"/>
                </a:solidFill>
              </a:defRPr>
            </a:lvl3pPr>
            <a:lvl4pPr marL="0" indent="0" algn="l">
              <a:lnSpc>
                <a:spcPct val="100000"/>
              </a:lnSpc>
              <a:spcAft>
                <a:spcPts val="0"/>
              </a:spcAft>
              <a:buFontTx/>
              <a:buNone/>
              <a:defRPr sz="1400" b="0">
                <a:solidFill>
                  <a:schemeClr val="bg1"/>
                </a:solidFill>
              </a:defRPr>
            </a:lvl4pPr>
            <a:lvl5pPr marL="0" indent="0" algn="l">
              <a:lnSpc>
                <a:spcPct val="100000"/>
              </a:lnSpc>
              <a:spcAft>
                <a:spcPts val="0"/>
              </a:spcAft>
              <a:buFontTx/>
              <a:buNone/>
              <a:defRPr sz="1400" b="0">
                <a:solidFill>
                  <a:schemeClr val="bg1"/>
                </a:solidFill>
              </a:defRPr>
            </a:lvl5pPr>
            <a:lvl6pPr marL="0" indent="0" algn="l">
              <a:lnSpc>
                <a:spcPct val="100000"/>
              </a:lnSpc>
              <a:spcAft>
                <a:spcPts val="0"/>
              </a:spcAft>
              <a:buFontTx/>
              <a:buNone/>
              <a:defRPr sz="1400" b="0">
                <a:solidFill>
                  <a:schemeClr val="bg1"/>
                </a:solidFill>
              </a:defRPr>
            </a:lvl6pPr>
            <a:lvl7pPr marL="0" indent="0" algn="l">
              <a:lnSpc>
                <a:spcPct val="100000"/>
              </a:lnSpc>
              <a:spcAft>
                <a:spcPts val="0"/>
              </a:spcAft>
              <a:buFontTx/>
              <a:buNone/>
              <a:defRPr sz="1400" b="0">
                <a:solidFill>
                  <a:schemeClr val="bg1"/>
                </a:solidFill>
              </a:defRPr>
            </a:lvl7pPr>
            <a:lvl8pPr marL="0" indent="0" algn="l">
              <a:lnSpc>
                <a:spcPct val="100000"/>
              </a:lnSpc>
              <a:spcAft>
                <a:spcPts val="0"/>
              </a:spcAft>
              <a:buFontTx/>
              <a:buNone/>
              <a:defRPr sz="1400" b="0">
                <a:solidFill>
                  <a:schemeClr val="bg1"/>
                </a:solidFill>
              </a:defRPr>
            </a:lvl8pPr>
            <a:lvl9pPr marL="0" indent="0" algn="l">
              <a:lnSpc>
                <a:spcPct val="100000"/>
              </a:lnSpc>
              <a:spcAft>
                <a:spcPts val="0"/>
              </a:spcAft>
              <a:buFontTx/>
              <a:buNone/>
              <a:defRPr sz="1400" b="0">
                <a:solidFill>
                  <a:schemeClr val="bg1"/>
                </a:solidFill>
              </a:defRPr>
            </a:lvl9pPr>
          </a:lstStyle>
          <a:p>
            <a:pPr lvl="0"/>
            <a:r>
              <a:rPr lang="en-US" dirty="0"/>
              <a:t>[Collaborator/partner relationship disclaimer]</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6</a:t>
            </a:r>
          </a:p>
          <a:p>
            <a:pPr lvl="6"/>
            <a:r>
              <a:rPr lang="en-US" dirty="0"/>
              <a:t>7</a:t>
            </a:r>
          </a:p>
          <a:p>
            <a:pPr lvl="7"/>
            <a:r>
              <a:rPr lang="en-US" dirty="0"/>
              <a:t>8</a:t>
            </a:r>
          </a:p>
          <a:p>
            <a:pPr lvl="8"/>
            <a:r>
              <a:rPr lang="en-US" dirty="0"/>
              <a:t>9</a:t>
            </a:r>
            <a:endParaRPr lang="en-AU" dirty="0"/>
          </a:p>
        </p:txBody>
      </p:sp>
      <p:sp>
        <p:nvSpPr>
          <p:cNvPr id="9" name="Text Placeholder 10">
            <a:extLst>
              <a:ext uri="{FF2B5EF4-FFF2-40B4-BE49-F238E27FC236}">
                <a16:creationId xmlns:a16="http://schemas.microsoft.com/office/drawing/2014/main" id="{E98D57ED-F6FA-0853-C0FA-554B2313321E}"/>
              </a:ext>
            </a:extLst>
          </p:cNvPr>
          <p:cNvSpPr>
            <a:spLocks noGrp="1"/>
          </p:cNvSpPr>
          <p:nvPr>
            <p:ph type="body" sz="quarter" idx="18" hasCustomPrompt="1"/>
          </p:nvPr>
        </p:nvSpPr>
        <p:spPr>
          <a:xfrm>
            <a:off x="6231015" y="6437192"/>
            <a:ext cx="5615384" cy="216000"/>
          </a:xfrm>
        </p:spPr>
        <p:txBody>
          <a:bodyPr anchor="b" anchorCtr="0"/>
          <a:lstStyle>
            <a:lvl1pPr marL="0" algn="r">
              <a:lnSpc>
                <a:spcPct val="100000"/>
              </a:lnSpc>
              <a:spcAft>
                <a:spcPts val="0"/>
              </a:spcAft>
              <a:buFontTx/>
              <a:buNone/>
              <a:defRPr sz="1300" b="0">
                <a:solidFill>
                  <a:schemeClr val="bg1"/>
                </a:solidFill>
              </a:defRPr>
            </a:lvl1pPr>
            <a:lvl2pPr marL="0" algn="r">
              <a:lnSpc>
                <a:spcPct val="100000"/>
              </a:lnSpc>
              <a:spcAft>
                <a:spcPts val="0"/>
              </a:spcAft>
              <a:buFontTx/>
              <a:buNone/>
              <a:defRPr sz="1300">
                <a:solidFill>
                  <a:schemeClr val="bg1"/>
                </a:solidFill>
              </a:defRPr>
            </a:lvl2pPr>
            <a:lvl3pPr marL="0" indent="0" algn="r">
              <a:lnSpc>
                <a:spcPct val="100000"/>
              </a:lnSpc>
              <a:spcAft>
                <a:spcPts val="0"/>
              </a:spcAft>
              <a:buFontTx/>
              <a:buNone/>
              <a:defRPr sz="1300">
                <a:solidFill>
                  <a:schemeClr val="bg1"/>
                </a:solidFill>
              </a:defRPr>
            </a:lvl3pPr>
            <a:lvl4pPr marL="0" indent="0" algn="r">
              <a:lnSpc>
                <a:spcPct val="100000"/>
              </a:lnSpc>
              <a:spcAft>
                <a:spcPts val="0"/>
              </a:spcAft>
              <a:buFontTx/>
              <a:buNone/>
              <a:defRPr sz="1300">
                <a:solidFill>
                  <a:schemeClr val="bg1"/>
                </a:solidFill>
              </a:defRPr>
            </a:lvl4pPr>
            <a:lvl5pPr marL="0" indent="0" algn="r">
              <a:lnSpc>
                <a:spcPct val="100000"/>
              </a:lnSpc>
              <a:spcAft>
                <a:spcPts val="0"/>
              </a:spcAft>
              <a:buFontTx/>
              <a:buNone/>
              <a:defRPr sz="1300">
                <a:solidFill>
                  <a:schemeClr val="bg1"/>
                </a:solidFill>
              </a:defRPr>
            </a:lvl5pPr>
            <a:lvl6pPr marL="0" indent="0" algn="r">
              <a:lnSpc>
                <a:spcPct val="100000"/>
              </a:lnSpc>
              <a:spcAft>
                <a:spcPts val="0"/>
              </a:spcAft>
              <a:buFontTx/>
              <a:buNone/>
              <a:defRPr sz="1300">
                <a:solidFill>
                  <a:schemeClr val="bg1"/>
                </a:solidFill>
              </a:defRPr>
            </a:lvl6pPr>
            <a:lvl7pPr marL="0" indent="0" algn="r">
              <a:lnSpc>
                <a:spcPct val="100000"/>
              </a:lnSpc>
              <a:spcAft>
                <a:spcPts val="0"/>
              </a:spcAft>
              <a:buFontTx/>
              <a:buNone/>
              <a:defRPr sz="1300">
                <a:solidFill>
                  <a:schemeClr val="bg1"/>
                </a:solidFill>
              </a:defRPr>
            </a:lvl7pPr>
            <a:lvl8pPr marL="0" indent="0" algn="r">
              <a:lnSpc>
                <a:spcPct val="100000"/>
              </a:lnSpc>
              <a:spcAft>
                <a:spcPts val="0"/>
              </a:spcAft>
              <a:buFontTx/>
              <a:buNone/>
              <a:defRPr sz="1300">
                <a:solidFill>
                  <a:schemeClr val="bg1"/>
                </a:solidFill>
              </a:defRPr>
            </a:lvl8pPr>
            <a:lvl9pPr marL="0" indent="0" algn="r">
              <a:lnSpc>
                <a:spcPct val="100000"/>
              </a:lnSpc>
              <a:spcAft>
                <a:spcPts val="0"/>
              </a:spcAft>
              <a:buFontTx/>
              <a:buNone/>
              <a:defRPr sz="1300">
                <a:solidFill>
                  <a:schemeClr val="bg1"/>
                </a:solidFill>
              </a:defRPr>
            </a:lvl9pPr>
          </a:lstStyle>
          <a:p>
            <a:pPr lvl="0"/>
            <a:r>
              <a:rPr lang="en-US" dirty="0"/>
              <a:t>CRICOS: 00116K</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6</a:t>
            </a:r>
          </a:p>
          <a:p>
            <a:pPr lvl="6"/>
            <a:r>
              <a:rPr lang="en-US" dirty="0"/>
              <a:t>7</a:t>
            </a:r>
          </a:p>
          <a:p>
            <a:pPr lvl="7"/>
            <a:r>
              <a:rPr lang="en-US" dirty="0"/>
              <a:t>8</a:t>
            </a:r>
          </a:p>
          <a:p>
            <a:pPr lvl="8"/>
            <a:r>
              <a:rPr lang="en-US" dirty="0"/>
              <a:t>9</a:t>
            </a:r>
            <a:endParaRPr lang="en-AU" dirty="0"/>
          </a:p>
        </p:txBody>
      </p:sp>
      <p:pic>
        <p:nvPicPr>
          <p:cNvPr id="2" name="Picture Placeholder 6" descr="Logo&#10;&#10;Description automatically generated">
            <a:extLst>
              <a:ext uri="{FF2B5EF4-FFF2-40B4-BE49-F238E27FC236}">
                <a16:creationId xmlns:a16="http://schemas.microsoft.com/office/drawing/2014/main" id="{54D6F5F3-83EC-7C59-7764-F0BA609CE28D}"/>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4870378" y="2315284"/>
            <a:ext cx="2385265" cy="2373856"/>
          </a:xfrm>
          <a:prstGeom prst="rect">
            <a:avLst/>
          </a:prstGeom>
        </p:spPr>
      </p:pic>
    </p:spTree>
    <p:extLst>
      <p:ext uri="{BB962C8B-B14F-4D97-AF65-F5344CB8AC3E}">
        <p14:creationId xmlns:p14="http://schemas.microsoft.com/office/powerpoint/2010/main" val="256913842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Thank you_2">
    <p:bg>
      <p:bgPr>
        <a:solidFill>
          <a:schemeClr val="bg2"/>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a:xfrm>
            <a:off x="345599" y="489679"/>
            <a:ext cx="11500799" cy="869091"/>
          </a:xfrm>
        </p:spPr>
        <p:txBody>
          <a:bodyPr/>
          <a:lstStyle>
            <a:lvl1pPr algn="ctr">
              <a:lnSpc>
                <a:spcPts val="5200"/>
              </a:lnSpc>
              <a:defRPr sz="4800">
                <a:solidFill>
                  <a:schemeClr val="bg1"/>
                </a:solidFill>
              </a:defRPr>
            </a:lvl1pPr>
          </a:lstStyle>
          <a:p>
            <a:r>
              <a:rPr lang="en-US"/>
              <a:t>Click to edit Master title style</a:t>
            </a:r>
            <a:endParaRPr lang="en-AU" dirty="0"/>
          </a:p>
        </p:txBody>
      </p:sp>
      <p:sp>
        <p:nvSpPr>
          <p:cNvPr id="6" name="Text Placeholder 10">
            <a:extLst>
              <a:ext uri="{FF2B5EF4-FFF2-40B4-BE49-F238E27FC236}">
                <a16:creationId xmlns:a16="http://schemas.microsoft.com/office/drawing/2014/main" id="{8301EF29-6923-272A-530E-72477C52E01B}"/>
              </a:ext>
            </a:extLst>
          </p:cNvPr>
          <p:cNvSpPr>
            <a:spLocks noGrp="1"/>
          </p:cNvSpPr>
          <p:nvPr>
            <p:ph type="body" sz="quarter" idx="17" hasCustomPrompt="1"/>
          </p:nvPr>
        </p:nvSpPr>
        <p:spPr>
          <a:xfrm>
            <a:off x="345600" y="5850353"/>
            <a:ext cx="5265585" cy="365012"/>
          </a:xfrm>
        </p:spPr>
        <p:txBody>
          <a:bodyPr anchor="t" anchorCtr="0"/>
          <a:lstStyle>
            <a:lvl1pPr marL="0" algn="l">
              <a:lnSpc>
                <a:spcPct val="100000"/>
              </a:lnSpc>
              <a:spcAft>
                <a:spcPts val="0"/>
              </a:spcAft>
              <a:buFontTx/>
              <a:buNone/>
              <a:defRPr sz="2000" b="0">
                <a:solidFill>
                  <a:schemeClr val="bg1"/>
                </a:solidFill>
              </a:defRPr>
            </a:lvl1pPr>
            <a:lvl2pPr marL="0" algn="l">
              <a:lnSpc>
                <a:spcPct val="100000"/>
              </a:lnSpc>
              <a:spcAft>
                <a:spcPts val="0"/>
              </a:spcAft>
              <a:buFontTx/>
              <a:buNone/>
              <a:defRPr sz="2000" b="0">
                <a:solidFill>
                  <a:schemeClr val="bg1"/>
                </a:solidFill>
              </a:defRPr>
            </a:lvl2pPr>
            <a:lvl3pPr marL="0" indent="0" algn="l">
              <a:lnSpc>
                <a:spcPct val="100000"/>
              </a:lnSpc>
              <a:spcAft>
                <a:spcPts val="0"/>
              </a:spcAft>
              <a:buFontTx/>
              <a:buNone/>
              <a:defRPr sz="2000" b="0">
                <a:solidFill>
                  <a:schemeClr val="bg1"/>
                </a:solidFill>
              </a:defRPr>
            </a:lvl3pPr>
            <a:lvl4pPr marL="0" indent="0" algn="l">
              <a:lnSpc>
                <a:spcPct val="100000"/>
              </a:lnSpc>
              <a:spcAft>
                <a:spcPts val="0"/>
              </a:spcAft>
              <a:buFontTx/>
              <a:buNone/>
              <a:defRPr sz="2000" b="0">
                <a:solidFill>
                  <a:schemeClr val="bg1"/>
                </a:solidFill>
              </a:defRPr>
            </a:lvl4pPr>
            <a:lvl5pPr marL="0" indent="0" algn="l">
              <a:lnSpc>
                <a:spcPct val="100000"/>
              </a:lnSpc>
              <a:spcAft>
                <a:spcPts val="0"/>
              </a:spcAft>
              <a:buFontTx/>
              <a:buNone/>
              <a:defRPr sz="2000" b="0">
                <a:solidFill>
                  <a:schemeClr val="bg1"/>
                </a:solidFill>
              </a:defRPr>
            </a:lvl5pPr>
            <a:lvl6pPr marL="0" indent="0" algn="l">
              <a:lnSpc>
                <a:spcPct val="100000"/>
              </a:lnSpc>
              <a:spcAft>
                <a:spcPts val="0"/>
              </a:spcAft>
              <a:buFontTx/>
              <a:buNone/>
              <a:defRPr sz="2000" b="0">
                <a:solidFill>
                  <a:schemeClr val="bg1"/>
                </a:solidFill>
              </a:defRPr>
            </a:lvl6pPr>
            <a:lvl7pPr marL="0" indent="0" algn="l">
              <a:lnSpc>
                <a:spcPct val="100000"/>
              </a:lnSpc>
              <a:spcAft>
                <a:spcPts val="0"/>
              </a:spcAft>
              <a:buFontTx/>
              <a:buNone/>
              <a:defRPr sz="2000" b="0">
                <a:solidFill>
                  <a:schemeClr val="bg1"/>
                </a:solidFill>
              </a:defRPr>
            </a:lvl7pPr>
            <a:lvl8pPr marL="0" indent="0" algn="l">
              <a:lnSpc>
                <a:spcPct val="100000"/>
              </a:lnSpc>
              <a:spcAft>
                <a:spcPts val="0"/>
              </a:spcAft>
              <a:buFontTx/>
              <a:buNone/>
              <a:defRPr sz="2000" b="0">
                <a:solidFill>
                  <a:schemeClr val="bg1"/>
                </a:solidFill>
              </a:defRPr>
            </a:lvl8pPr>
            <a:lvl9pPr marL="0" indent="0" algn="l">
              <a:lnSpc>
                <a:spcPct val="100000"/>
              </a:lnSpc>
              <a:spcAft>
                <a:spcPts val="0"/>
              </a:spcAft>
              <a:buFontTx/>
              <a:buNone/>
              <a:defRPr sz="2000" b="0">
                <a:solidFill>
                  <a:schemeClr val="bg1"/>
                </a:solidFill>
              </a:defRPr>
            </a:lvl9pPr>
          </a:lstStyle>
          <a:p>
            <a:pPr lvl="0"/>
            <a:r>
              <a:rPr lang="en-AU" dirty="0"/>
              <a:t>[Copyright, CTA or other information/notices]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6</a:t>
            </a:r>
          </a:p>
          <a:p>
            <a:pPr lvl="6"/>
            <a:r>
              <a:rPr lang="en-US" dirty="0"/>
              <a:t>7</a:t>
            </a:r>
          </a:p>
          <a:p>
            <a:pPr lvl="7"/>
            <a:r>
              <a:rPr lang="en-US" dirty="0"/>
              <a:t>8</a:t>
            </a:r>
          </a:p>
          <a:p>
            <a:pPr lvl="8"/>
            <a:r>
              <a:rPr lang="en-US" dirty="0"/>
              <a:t>9</a:t>
            </a:r>
            <a:endParaRPr lang="en-AU" dirty="0"/>
          </a:p>
        </p:txBody>
      </p:sp>
      <p:sp>
        <p:nvSpPr>
          <p:cNvPr id="2" name="Content Placeholder 7">
            <a:extLst>
              <a:ext uri="{FF2B5EF4-FFF2-40B4-BE49-F238E27FC236}">
                <a16:creationId xmlns:a16="http://schemas.microsoft.com/office/drawing/2014/main" id="{BBF3D5F6-94BD-ACED-7F35-959B5B93BD76}"/>
              </a:ext>
            </a:extLst>
          </p:cNvPr>
          <p:cNvSpPr>
            <a:spLocks noGrp="1"/>
          </p:cNvSpPr>
          <p:nvPr>
            <p:ph sz="quarter" idx="20"/>
          </p:nvPr>
        </p:nvSpPr>
        <p:spPr>
          <a:xfrm>
            <a:off x="4678967" y="2266086"/>
            <a:ext cx="2385265" cy="2325827"/>
          </a:xfrm>
        </p:spPr>
        <p:txBody>
          <a:bodyPr/>
          <a:lstStyle>
            <a:lvl1pPr>
              <a:defRPr>
                <a:solidFill>
                  <a:schemeClr val="bg1"/>
                </a:solidFill>
              </a:defRPr>
            </a:lvl1pPr>
            <a:lvl2pPr>
              <a:defRPr>
                <a:solidFill>
                  <a:schemeClr val="bg1"/>
                </a:solidFill>
              </a:defRPr>
            </a:lvl2pPr>
            <a:lvl3pP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vl6pPr>
              <a:buClr>
                <a:schemeClr val="bg1"/>
              </a:buClr>
              <a:defRPr>
                <a:solidFill>
                  <a:schemeClr val="bg1"/>
                </a:solidFill>
              </a:defRPr>
            </a:lvl6pPr>
            <a:lvl7pPr>
              <a:buClr>
                <a:schemeClr val="bg1"/>
              </a:buClr>
              <a:defRPr>
                <a:solidFill>
                  <a:schemeClr val="bg1"/>
                </a:solidFill>
              </a:defRPr>
            </a:lvl7pPr>
            <a:lvl8pPr>
              <a:buClr>
                <a:schemeClr val="bg1"/>
              </a:buClr>
              <a:defRPr>
                <a:solidFill>
                  <a:schemeClr val="bg1"/>
                </a:solidFill>
              </a:defRPr>
            </a:lvl8pPr>
            <a:lvl9pPr>
              <a:buClr>
                <a:schemeClr val="bg1"/>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pic>
        <p:nvPicPr>
          <p:cNvPr id="5" name="Picture Placeholder 6" descr="Logo&#10;&#10;Description automatically generated">
            <a:extLst>
              <a:ext uri="{FF2B5EF4-FFF2-40B4-BE49-F238E27FC236}">
                <a16:creationId xmlns:a16="http://schemas.microsoft.com/office/drawing/2014/main" id="{E3F816A6-DD62-1263-EF40-8DEE9FBC6291}"/>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1315442" y="2266086"/>
            <a:ext cx="2385265" cy="2373856"/>
          </a:xfrm>
          <a:prstGeom prst="rect">
            <a:avLst/>
          </a:prstGeom>
        </p:spPr>
      </p:pic>
      <p:sp>
        <p:nvSpPr>
          <p:cNvPr id="7" name="Content Placeholder 7">
            <a:extLst>
              <a:ext uri="{FF2B5EF4-FFF2-40B4-BE49-F238E27FC236}">
                <a16:creationId xmlns:a16="http://schemas.microsoft.com/office/drawing/2014/main" id="{BCABDFB2-774F-9F26-0537-DFF1E88D8406}"/>
              </a:ext>
            </a:extLst>
          </p:cNvPr>
          <p:cNvSpPr>
            <a:spLocks noGrp="1"/>
          </p:cNvSpPr>
          <p:nvPr>
            <p:ph sz="quarter" idx="21"/>
          </p:nvPr>
        </p:nvSpPr>
        <p:spPr>
          <a:xfrm>
            <a:off x="8040216" y="2262385"/>
            <a:ext cx="2385265" cy="2325827"/>
          </a:xfrm>
        </p:spPr>
        <p:txBody>
          <a:bodyPr/>
          <a:lstStyle>
            <a:lvl1pPr>
              <a:defRPr>
                <a:solidFill>
                  <a:schemeClr val="bg1"/>
                </a:solidFill>
              </a:defRPr>
            </a:lvl1pPr>
            <a:lvl2pPr>
              <a:defRPr>
                <a:solidFill>
                  <a:schemeClr val="bg1"/>
                </a:solidFill>
              </a:defRPr>
            </a:lvl2pPr>
            <a:lvl3pP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vl6pPr>
              <a:buClr>
                <a:schemeClr val="bg1"/>
              </a:buClr>
              <a:defRPr>
                <a:solidFill>
                  <a:schemeClr val="bg1"/>
                </a:solidFill>
              </a:defRPr>
            </a:lvl6pPr>
            <a:lvl7pPr>
              <a:buClr>
                <a:schemeClr val="bg1"/>
              </a:buClr>
              <a:defRPr>
                <a:solidFill>
                  <a:schemeClr val="bg1"/>
                </a:solidFill>
              </a:defRPr>
            </a:lvl7pPr>
            <a:lvl8pPr>
              <a:buClr>
                <a:schemeClr val="bg1"/>
              </a:buClr>
              <a:defRPr>
                <a:solidFill>
                  <a:schemeClr val="bg1"/>
                </a:solidFill>
              </a:defRPr>
            </a:lvl8pPr>
            <a:lvl9pPr>
              <a:buClr>
                <a:schemeClr val="bg1"/>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10">
            <a:extLst>
              <a:ext uri="{FF2B5EF4-FFF2-40B4-BE49-F238E27FC236}">
                <a16:creationId xmlns:a16="http://schemas.microsoft.com/office/drawing/2014/main" id="{F892BB12-1705-BD7B-229D-BF067F242181}"/>
              </a:ext>
            </a:extLst>
          </p:cNvPr>
          <p:cNvSpPr>
            <a:spLocks noGrp="1"/>
          </p:cNvSpPr>
          <p:nvPr>
            <p:ph type="body" sz="quarter" idx="18" hasCustomPrompt="1"/>
          </p:nvPr>
        </p:nvSpPr>
        <p:spPr>
          <a:xfrm>
            <a:off x="6231015" y="5999365"/>
            <a:ext cx="5615384" cy="216000"/>
          </a:xfrm>
        </p:spPr>
        <p:txBody>
          <a:bodyPr anchor="b" anchorCtr="0"/>
          <a:lstStyle>
            <a:lvl1pPr marL="0" algn="r">
              <a:lnSpc>
                <a:spcPct val="100000"/>
              </a:lnSpc>
              <a:spcAft>
                <a:spcPts val="0"/>
              </a:spcAft>
              <a:buFontTx/>
              <a:buNone/>
              <a:defRPr sz="1300" b="0">
                <a:solidFill>
                  <a:schemeClr val="bg1"/>
                </a:solidFill>
              </a:defRPr>
            </a:lvl1pPr>
            <a:lvl2pPr marL="0" algn="r">
              <a:lnSpc>
                <a:spcPct val="100000"/>
              </a:lnSpc>
              <a:spcAft>
                <a:spcPts val="0"/>
              </a:spcAft>
              <a:buFontTx/>
              <a:buNone/>
              <a:defRPr sz="1300">
                <a:solidFill>
                  <a:schemeClr val="bg1"/>
                </a:solidFill>
              </a:defRPr>
            </a:lvl2pPr>
            <a:lvl3pPr marL="0" indent="0" algn="r">
              <a:lnSpc>
                <a:spcPct val="100000"/>
              </a:lnSpc>
              <a:spcAft>
                <a:spcPts val="0"/>
              </a:spcAft>
              <a:buFontTx/>
              <a:buNone/>
              <a:defRPr sz="1300">
                <a:solidFill>
                  <a:schemeClr val="bg1"/>
                </a:solidFill>
              </a:defRPr>
            </a:lvl3pPr>
            <a:lvl4pPr marL="0" indent="0" algn="r">
              <a:lnSpc>
                <a:spcPct val="100000"/>
              </a:lnSpc>
              <a:spcAft>
                <a:spcPts val="0"/>
              </a:spcAft>
              <a:buFontTx/>
              <a:buNone/>
              <a:defRPr sz="1300">
                <a:solidFill>
                  <a:schemeClr val="bg1"/>
                </a:solidFill>
              </a:defRPr>
            </a:lvl4pPr>
            <a:lvl5pPr marL="0" indent="0" algn="r">
              <a:lnSpc>
                <a:spcPct val="100000"/>
              </a:lnSpc>
              <a:spcAft>
                <a:spcPts val="0"/>
              </a:spcAft>
              <a:buFontTx/>
              <a:buNone/>
              <a:defRPr sz="1300">
                <a:solidFill>
                  <a:schemeClr val="bg1"/>
                </a:solidFill>
              </a:defRPr>
            </a:lvl5pPr>
            <a:lvl6pPr marL="0" indent="0" algn="r">
              <a:lnSpc>
                <a:spcPct val="100000"/>
              </a:lnSpc>
              <a:spcAft>
                <a:spcPts val="0"/>
              </a:spcAft>
              <a:buFontTx/>
              <a:buNone/>
              <a:defRPr sz="1300">
                <a:solidFill>
                  <a:schemeClr val="bg1"/>
                </a:solidFill>
              </a:defRPr>
            </a:lvl6pPr>
            <a:lvl7pPr marL="0" indent="0" algn="r">
              <a:lnSpc>
                <a:spcPct val="100000"/>
              </a:lnSpc>
              <a:spcAft>
                <a:spcPts val="0"/>
              </a:spcAft>
              <a:buFontTx/>
              <a:buNone/>
              <a:defRPr sz="1300">
                <a:solidFill>
                  <a:schemeClr val="bg1"/>
                </a:solidFill>
              </a:defRPr>
            </a:lvl7pPr>
            <a:lvl8pPr marL="0" indent="0" algn="r">
              <a:lnSpc>
                <a:spcPct val="100000"/>
              </a:lnSpc>
              <a:spcAft>
                <a:spcPts val="0"/>
              </a:spcAft>
              <a:buFontTx/>
              <a:buNone/>
              <a:defRPr sz="1300">
                <a:solidFill>
                  <a:schemeClr val="bg1"/>
                </a:solidFill>
              </a:defRPr>
            </a:lvl8pPr>
            <a:lvl9pPr marL="0" indent="0" algn="r">
              <a:lnSpc>
                <a:spcPct val="100000"/>
              </a:lnSpc>
              <a:spcAft>
                <a:spcPts val="0"/>
              </a:spcAft>
              <a:buFontTx/>
              <a:buNone/>
              <a:defRPr sz="1300">
                <a:solidFill>
                  <a:schemeClr val="bg1"/>
                </a:solidFill>
              </a:defRPr>
            </a:lvl9pPr>
          </a:lstStyle>
          <a:p>
            <a:pPr lvl="0"/>
            <a:r>
              <a:rPr lang="en-US" dirty="0"/>
              <a:t>CRICOS: 00116K</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6</a:t>
            </a:r>
          </a:p>
          <a:p>
            <a:pPr lvl="6"/>
            <a:r>
              <a:rPr lang="en-US" dirty="0"/>
              <a:t>7</a:t>
            </a:r>
          </a:p>
          <a:p>
            <a:pPr lvl="7"/>
            <a:r>
              <a:rPr lang="en-US" dirty="0"/>
              <a:t>8</a:t>
            </a:r>
          </a:p>
          <a:p>
            <a:pPr lvl="8"/>
            <a:r>
              <a:rPr lang="en-US" dirty="0"/>
              <a:t>9</a:t>
            </a:r>
            <a:endParaRPr lang="en-AU" dirty="0"/>
          </a:p>
        </p:txBody>
      </p:sp>
    </p:spTree>
    <p:extLst>
      <p:ext uri="{BB962C8B-B14F-4D97-AF65-F5344CB8AC3E}">
        <p14:creationId xmlns:p14="http://schemas.microsoft.com/office/powerpoint/2010/main" val="61072192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pyright notice 2">
    <p:bg>
      <p:bgPr>
        <a:solidFill>
          <a:schemeClr val="bg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3574486-8652-716C-61C2-985D79E5DEEF}"/>
              </a:ext>
            </a:extLst>
          </p:cNvPr>
          <p:cNvSpPr txBox="1"/>
          <p:nvPr userDrawn="1"/>
        </p:nvSpPr>
        <p:spPr>
          <a:xfrm>
            <a:off x="345600" y="4183343"/>
            <a:ext cx="2310675" cy="200055"/>
          </a:xfrm>
          <a:prstGeom prst="rect">
            <a:avLst/>
          </a:prstGeom>
          <a:noFill/>
          <a:ln w="15875">
            <a:noFill/>
          </a:ln>
        </p:spPr>
        <p:txBody>
          <a:bodyPr wrap="square" lIns="0" tIns="0" rIns="0" bIns="0">
            <a:spAutoFit/>
          </a:bodyPr>
          <a:lstStyle/>
          <a:p>
            <a:pPr marL="0"/>
            <a:r>
              <a:rPr lang="en-AU" sz="1300" dirty="0">
                <a:solidFill>
                  <a:schemeClr val="bg1"/>
                </a:solidFill>
                <a:effectLst/>
                <a:latin typeface="+mn-lt"/>
                <a:ea typeface="Times New Roman" panose="02020603050405020304" pitchFamily="18" charset="0"/>
              </a:rPr>
              <a:t>(c) The University of Melbourne</a:t>
            </a:r>
            <a:endParaRPr lang="en-AU" sz="1300" dirty="0">
              <a:latin typeface="+mn-lt"/>
            </a:endParaRPr>
          </a:p>
        </p:txBody>
      </p:sp>
      <p:sp>
        <p:nvSpPr>
          <p:cNvPr id="6" name="Text Placeholder 5">
            <a:extLst>
              <a:ext uri="{FF2B5EF4-FFF2-40B4-BE49-F238E27FC236}">
                <a16:creationId xmlns:a16="http://schemas.microsoft.com/office/drawing/2014/main" id="{9AB091FC-4E25-7936-CC06-27124E717614}"/>
              </a:ext>
            </a:extLst>
          </p:cNvPr>
          <p:cNvSpPr>
            <a:spLocks noGrp="1"/>
          </p:cNvSpPr>
          <p:nvPr>
            <p:ph type="body" sz="quarter" idx="19" hasCustomPrompt="1"/>
          </p:nvPr>
        </p:nvSpPr>
        <p:spPr>
          <a:xfrm>
            <a:off x="2699196" y="4182849"/>
            <a:ext cx="1192703" cy="216000"/>
          </a:xfrm>
        </p:spPr>
        <p:txBody>
          <a:bodyPr/>
          <a:lstStyle>
            <a:lvl1pPr marL="0">
              <a:lnSpc>
                <a:spcPct val="100000"/>
              </a:lnSpc>
              <a:spcAft>
                <a:spcPts val="0"/>
              </a:spcAft>
              <a:buFontTx/>
              <a:buNone/>
              <a:defRPr sz="1300" b="0">
                <a:solidFill>
                  <a:schemeClr val="bg1"/>
                </a:solidFill>
              </a:defRPr>
            </a:lvl1pPr>
            <a:lvl2pPr marL="0">
              <a:lnSpc>
                <a:spcPct val="100000"/>
              </a:lnSpc>
              <a:spcAft>
                <a:spcPts val="0"/>
              </a:spcAft>
              <a:buFontTx/>
              <a:buNone/>
              <a:defRPr sz="1300" b="0">
                <a:solidFill>
                  <a:schemeClr val="bg1"/>
                </a:solidFill>
              </a:defRPr>
            </a:lvl2pPr>
            <a:lvl3pPr marL="0" indent="0">
              <a:lnSpc>
                <a:spcPct val="100000"/>
              </a:lnSpc>
              <a:spcAft>
                <a:spcPts val="0"/>
              </a:spcAft>
              <a:buFontTx/>
              <a:buNone/>
              <a:defRPr sz="1300" b="0">
                <a:solidFill>
                  <a:schemeClr val="bg1"/>
                </a:solidFill>
              </a:defRPr>
            </a:lvl3pPr>
            <a:lvl4pPr marL="0" indent="0">
              <a:lnSpc>
                <a:spcPct val="100000"/>
              </a:lnSpc>
              <a:spcAft>
                <a:spcPts val="0"/>
              </a:spcAft>
              <a:buFontTx/>
              <a:buNone/>
              <a:defRPr sz="1300" b="0">
                <a:solidFill>
                  <a:schemeClr val="bg1"/>
                </a:solidFill>
              </a:defRPr>
            </a:lvl4pPr>
            <a:lvl5pPr marL="0" indent="0">
              <a:lnSpc>
                <a:spcPct val="100000"/>
              </a:lnSpc>
              <a:spcAft>
                <a:spcPts val="0"/>
              </a:spcAft>
              <a:buFontTx/>
              <a:buNone/>
              <a:defRPr sz="1300" b="0">
                <a:solidFill>
                  <a:schemeClr val="bg1"/>
                </a:solidFill>
              </a:defRPr>
            </a:lvl5pPr>
            <a:lvl6pPr marL="0" indent="0">
              <a:lnSpc>
                <a:spcPct val="100000"/>
              </a:lnSpc>
              <a:spcAft>
                <a:spcPts val="0"/>
              </a:spcAft>
              <a:buFontTx/>
              <a:buNone/>
              <a:defRPr sz="1300" b="0">
                <a:solidFill>
                  <a:schemeClr val="bg1"/>
                </a:solidFill>
              </a:defRPr>
            </a:lvl6pPr>
            <a:lvl7pPr marL="0" indent="0">
              <a:lnSpc>
                <a:spcPct val="100000"/>
              </a:lnSpc>
              <a:spcAft>
                <a:spcPts val="0"/>
              </a:spcAft>
              <a:buFontTx/>
              <a:buNone/>
              <a:defRPr sz="1300" b="0">
                <a:solidFill>
                  <a:schemeClr val="bg1"/>
                </a:solidFill>
              </a:defRPr>
            </a:lvl7pPr>
            <a:lvl8pPr marL="0" indent="0">
              <a:lnSpc>
                <a:spcPct val="100000"/>
              </a:lnSpc>
              <a:spcAft>
                <a:spcPts val="0"/>
              </a:spcAft>
              <a:buFontTx/>
              <a:buNone/>
              <a:defRPr sz="1300" b="0">
                <a:solidFill>
                  <a:schemeClr val="bg1"/>
                </a:solidFill>
              </a:defRPr>
            </a:lvl8pPr>
            <a:lvl9pPr marL="0" indent="0">
              <a:lnSpc>
                <a:spcPct val="100000"/>
              </a:lnSpc>
              <a:spcAft>
                <a:spcPts val="0"/>
              </a:spcAft>
              <a:buFontTx/>
              <a:buNone/>
              <a:defRPr sz="1300" b="0">
                <a:solidFill>
                  <a:schemeClr val="bg1"/>
                </a:solidFill>
              </a:defRPr>
            </a:lvl9pPr>
          </a:lstStyle>
          <a:p>
            <a:pPr lvl="0"/>
            <a:r>
              <a:rPr lang="en-US" dirty="0"/>
              <a:t>2023</a:t>
            </a:r>
          </a:p>
        </p:txBody>
      </p:sp>
      <p:sp>
        <p:nvSpPr>
          <p:cNvPr id="5" name="TextBox 4">
            <a:extLst>
              <a:ext uri="{FF2B5EF4-FFF2-40B4-BE49-F238E27FC236}">
                <a16:creationId xmlns:a16="http://schemas.microsoft.com/office/drawing/2014/main" id="{C92EDEFF-E4AC-F752-A7F7-6FDA4F7FAD96}"/>
              </a:ext>
            </a:extLst>
          </p:cNvPr>
          <p:cNvSpPr txBox="1"/>
          <p:nvPr userDrawn="1"/>
        </p:nvSpPr>
        <p:spPr>
          <a:xfrm>
            <a:off x="345600" y="4383609"/>
            <a:ext cx="6740510" cy="1600438"/>
          </a:xfrm>
          <a:prstGeom prst="rect">
            <a:avLst/>
          </a:prstGeom>
          <a:noFill/>
          <a:ln w="15875">
            <a:noFill/>
          </a:ln>
        </p:spPr>
        <p:txBody>
          <a:bodyPr wrap="square" lIns="0" tIns="0" rIns="0" bIns="0">
            <a:spAutoFit/>
          </a:bodyPr>
          <a:lstStyle/>
          <a:p>
            <a:pPr marL="0"/>
            <a:r>
              <a:rPr lang="en-AU" sz="1300" dirty="0">
                <a:solidFill>
                  <a:schemeClr val="bg1"/>
                </a:solidFill>
                <a:effectLst/>
                <a:latin typeface="+mn-lt"/>
                <a:ea typeface="Times New Roman" panose="02020603050405020304" pitchFamily="18" charset="0"/>
              </a:rPr>
              <a:t>This material is protected by copyright. Unless indicated otherwise, the University of Melbourne owns the copyright subsisting in the work.  Other than for the purposes permitted under the Copyright Act 1968, you are prohibited from downloading, republishing, retransmitting, reproducing or otherwise using any of the materials included in the work as standalone files. Sharing University teaching materials with third-parties, including uploading lecture notes, slides or recordings to websites constitutes academic misconduct and may be subject to penalties.  For more  information: </a:t>
            </a:r>
            <a:r>
              <a:rPr lang="en-AU" sz="1300" u="sng" dirty="0">
                <a:solidFill>
                  <a:schemeClr val="bg1"/>
                </a:solidFill>
                <a:effectLst/>
                <a:latin typeface="+mn-lt"/>
                <a:ea typeface="Times New Roman" panose="02020603050405020304" pitchFamily="18" charset="0"/>
                <a:hlinkClick r:id="rId2" tooltip="https://academicintegrity.unimelb.edu.au/">
                  <a:extLst>
                    <a:ext uri="{A12FA001-AC4F-418D-AE19-62706E023703}">
                      <ahyp:hlinkClr xmlns:ahyp="http://schemas.microsoft.com/office/drawing/2018/hyperlinkcolor" val="tx"/>
                    </a:ext>
                  </a:extLst>
                </a:hlinkClick>
              </a:rPr>
              <a:t>Academic Integrity at the University of Melbourne</a:t>
            </a:r>
            <a:endParaRPr lang="en-AU" sz="1300" dirty="0">
              <a:latin typeface="+mn-lt"/>
            </a:endParaRPr>
          </a:p>
        </p:txBody>
      </p:sp>
      <p:sp>
        <p:nvSpPr>
          <p:cNvPr id="7" name="TextBox 6">
            <a:extLst>
              <a:ext uri="{FF2B5EF4-FFF2-40B4-BE49-F238E27FC236}">
                <a16:creationId xmlns:a16="http://schemas.microsoft.com/office/drawing/2014/main" id="{28028CA4-95B8-600A-C697-0F46636ABD89}"/>
              </a:ext>
            </a:extLst>
          </p:cNvPr>
          <p:cNvSpPr txBox="1"/>
          <p:nvPr userDrawn="1"/>
        </p:nvSpPr>
        <p:spPr>
          <a:xfrm>
            <a:off x="344500" y="5962159"/>
            <a:ext cx="6740510" cy="400110"/>
          </a:xfrm>
          <a:prstGeom prst="rect">
            <a:avLst/>
          </a:prstGeom>
          <a:noFill/>
          <a:ln w="15875">
            <a:noFill/>
          </a:ln>
        </p:spPr>
        <p:txBody>
          <a:bodyPr wrap="square" lIns="0" tIns="0" rIns="0" bIns="0">
            <a:spAutoFit/>
          </a:bodyPr>
          <a:lstStyle/>
          <a:p>
            <a:pPr marL="0"/>
            <a:r>
              <a:rPr lang="en-AU" sz="1300" dirty="0">
                <a:solidFill>
                  <a:schemeClr val="bg1"/>
                </a:solidFill>
                <a:effectLst/>
                <a:latin typeface="+mn-lt"/>
                <a:ea typeface="Times New Roman" panose="02020603050405020304" pitchFamily="18" charset="0"/>
              </a:rPr>
              <a:t>Requests and enquiries concerning reproduction and rights should be addressed to the University Copyright Office, The University of Melbourne: </a:t>
            </a:r>
            <a:r>
              <a:rPr lang="en-AU" sz="1300" u="sng" dirty="0">
                <a:solidFill>
                  <a:schemeClr val="bg1"/>
                </a:solidFill>
                <a:effectLst/>
                <a:latin typeface="+mn-lt"/>
                <a:ea typeface="Times New Roman" panose="02020603050405020304" pitchFamily="18" charset="0"/>
                <a:hlinkClick r:id="rId3">
                  <a:extLst>
                    <a:ext uri="{A12FA001-AC4F-418D-AE19-62706E023703}">
                      <ahyp:hlinkClr xmlns:ahyp="http://schemas.microsoft.com/office/drawing/2018/hyperlinkcolor" val="tx"/>
                    </a:ext>
                  </a:extLst>
                </a:hlinkClick>
              </a:rPr>
              <a:t>copyright-office@unimelb.edu.au</a:t>
            </a:r>
            <a:endParaRPr lang="en-AU" sz="1300" dirty="0">
              <a:latin typeface="+mn-lt"/>
            </a:endParaRPr>
          </a:p>
        </p:txBody>
      </p:sp>
      <p:sp>
        <p:nvSpPr>
          <p:cNvPr id="3" name="Text Placeholder 10">
            <a:extLst>
              <a:ext uri="{FF2B5EF4-FFF2-40B4-BE49-F238E27FC236}">
                <a16:creationId xmlns:a16="http://schemas.microsoft.com/office/drawing/2014/main" id="{9C45E1F2-EF0D-321D-535C-967DD7ADCCEB}"/>
              </a:ext>
            </a:extLst>
          </p:cNvPr>
          <p:cNvSpPr>
            <a:spLocks noGrp="1"/>
          </p:cNvSpPr>
          <p:nvPr>
            <p:ph type="body" sz="quarter" idx="18" hasCustomPrompt="1"/>
          </p:nvPr>
        </p:nvSpPr>
        <p:spPr>
          <a:xfrm>
            <a:off x="7671175" y="6167945"/>
            <a:ext cx="4175224" cy="216000"/>
          </a:xfrm>
        </p:spPr>
        <p:txBody>
          <a:bodyPr anchor="b" anchorCtr="0"/>
          <a:lstStyle>
            <a:lvl1pPr marL="0" algn="r">
              <a:lnSpc>
                <a:spcPct val="100000"/>
              </a:lnSpc>
              <a:spcAft>
                <a:spcPts val="0"/>
              </a:spcAft>
              <a:buFontTx/>
              <a:buNone/>
              <a:defRPr sz="1300" b="0">
                <a:solidFill>
                  <a:schemeClr val="bg1"/>
                </a:solidFill>
              </a:defRPr>
            </a:lvl1pPr>
            <a:lvl2pPr marL="0" algn="r">
              <a:lnSpc>
                <a:spcPct val="100000"/>
              </a:lnSpc>
              <a:spcAft>
                <a:spcPts val="0"/>
              </a:spcAft>
              <a:buFontTx/>
              <a:buNone/>
              <a:defRPr sz="1300">
                <a:solidFill>
                  <a:schemeClr val="bg1"/>
                </a:solidFill>
              </a:defRPr>
            </a:lvl2pPr>
            <a:lvl3pPr marL="0" indent="0" algn="r">
              <a:lnSpc>
                <a:spcPct val="100000"/>
              </a:lnSpc>
              <a:spcAft>
                <a:spcPts val="0"/>
              </a:spcAft>
              <a:buFontTx/>
              <a:buNone/>
              <a:defRPr sz="1300">
                <a:solidFill>
                  <a:schemeClr val="bg1"/>
                </a:solidFill>
              </a:defRPr>
            </a:lvl3pPr>
            <a:lvl4pPr marL="0" indent="0" algn="r">
              <a:lnSpc>
                <a:spcPct val="100000"/>
              </a:lnSpc>
              <a:spcAft>
                <a:spcPts val="0"/>
              </a:spcAft>
              <a:buFontTx/>
              <a:buNone/>
              <a:defRPr sz="1300">
                <a:solidFill>
                  <a:schemeClr val="bg1"/>
                </a:solidFill>
              </a:defRPr>
            </a:lvl4pPr>
            <a:lvl5pPr marL="0" indent="0" algn="r">
              <a:lnSpc>
                <a:spcPct val="100000"/>
              </a:lnSpc>
              <a:spcAft>
                <a:spcPts val="0"/>
              </a:spcAft>
              <a:buFontTx/>
              <a:buNone/>
              <a:defRPr sz="1300">
                <a:solidFill>
                  <a:schemeClr val="bg1"/>
                </a:solidFill>
              </a:defRPr>
            </a:lvl5pPr>
            <a:lvl6pPr marL="0" indent="0" algn="r">
              <a:lnSpc>
                <a:spcPct val="100000"/>
              </a:lnSpc>
              <a:spcAft>
                <a:spcPts val="0"/>
              </a:spcAft>
              <a:buFontTx/>
              <a:buNone/>
              <a:defRPr sz="1300">
                <a:solidFill>
                  <a:schemeClr val="bg1"/>
                </a:solidFill>
              </a:defRPr>
            </a:lvl6pPr>
            <a:lvl7pPr marL="0" indent="0" algn="r">
              <a:lnSpc>
                <a:spcPct val="100000"/>
              </a:lnSpc>
              <a:spcAft>
                <a:spcPts val="0"/>
              </a:spcAft>
              <a:buFontTx/>
              <a:buNone/>
              <a:defRPr sz="1300">
                <a:solidFill>
                  <a:schemeClr val="bg1"/>
                </a:solidFill>
              </a:defRPr>
            </a:lvl7pPr>
            <a:lvl8pPr marL="0" indent="0" algn="r">
              <a:lnSpc>
                <a:spcPct val="100000"/>
              </a:lnSpc>
              <a:spcAft>
                <a:spcPts val="0"/>
              </a:spcAft>
              <a:buFontTx/>
              <a:buNone/>
              <a:defRPr sz="1300">
                <a:solidFill>
                  <a:schemeClr val="bg1"/>
                </a:solidFill>
              </a:defRPr>
            </a:lvl8pPr>
            <a:lvl9pPr marL="0" indent="0" algn="r">
              <a:lnSpc>
                <a:spcPct val="100000"/>
              </a:lnSpc>
              <a:spcAft>
                <a:spcPts val="0"/>
              </a:spcAft>
              <a:buFontTx/>
              <a:buNone/>
              <a:defRPr sz="1300">
                <a:solidFill>
                  <a:schemeClr val="bg1"/>
                </a:solidFill>
              </a:defRPr>
            </a:lvl9pPr>
          </a:lstStyle>
          <a:p>
            <a:pPr lvl="0"/>
            <a:r>
              <a:rPr lang="en-US" dirty="0"/>
              <a:t>CRICOS: 00116K</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6</a:t>
            </a:r>
          </a:p>
          <a:p>
            <a:pPr lvl="6"/>
            <a:r>
              <a:rPr lang="en-US" dirty="0"/>
              <a:t>7</a:t>
            </a:r>
          </a:p>
          <a:p>
            <a:pPr lvl="7"/>
            <a:r>
              <a:rPr lang="en-US" dirty="0"/>
              <a:t>8</a:t>
            </a:r>
          </a:p>
          <a:p>
            <a:pPr lvl="8"/>
            <a:r>
              <a:rPr lang="en-US" dirty="0"/>
              <a:t>9</a:t>
            </a:r>
            <a:endParaRPr lang="en-AU" dirty="0"/>
          </a:p>
        </p:txBody>
      </p:sp>
    </p:spTree>
    <p:extLst>
      <p:ext uri="{BB962C8B-B14F-4D97-AF65-F5344CB8AC3E}">
        <p14:creationId xmlns:p14="http://schemas.microsoft.com/office/powerpoint/2010/main" val="273212363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58976873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ver_style2">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rgbClr val="A84500"/>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C8C8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Tree>
    <p:extLst>
      <p:ext uri="{BB962C8B-B14F-4D97-AF65-F5344CB8AC3E}">
        <p14:creationId xmlns:p14="http://schemas.microsoft.com/office/powerpoint/2010/main" val="4154858531"/>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2">
    <p:spTree>
      <p:nvGrpSpPr>
        <p:cNvPr id="1" name=""/>
        <p:cNvGrpSpPr/>
        <p:nvPr/>
      </p:nvGrpSpPr>
      <p:grpSpPr>
        <a:xfrm>
          <a:off x="0" y="0"/>
          <a:ext cx="0" cy="0"/>
          <a:chOff x="0" y="0"/>
          <a:chExt cx="0" cy="0"/>
        </a:xfrm>
      </p:grpSpPr>
      <p:pic>
        <p:nvPicPr>
          <p:cNvPr id="4" name="Picture 3" descr="People walking under a building&#10;&#10;Description automatically generated">
            <a:extLst>
              <a:ext uri="{FF2B5EF4-FFF2-40B4-BE49-F238E27FC236}">
                <a16:creationId xmlns:a16="http://schemas.microsoft.com/office/drawing/2014/main" id="{E7BA957F-097B-72FD-DF04-76077458E46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1999"/>
            <a:ext cx="7982610"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A845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2215015974"/>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2_Divider_with image1_style2">
    <p:spTree>
      <p:nvGrpSpPr>
        <p:cNvPr id="1" name=""/>
        <p:cNvGrpSpPr/>
        <p:nvPr/>
      </p:nvGrpSpPr>
      <p:grpSpPr>
        <a:xfrm>
          <a:off x="0" y="0"/>
          <a:ext cx="0" cy="0"/>
          <a:chOff x="0" y="0"/>
          <a:chExt cx="0" cy="0"/>
        </a:xfrm>
      </p:grpSpPr>
      <p:pic>
        <p:nvPicPr>
          <p:cNvPr id="4" name="Picture 3" descr="A statue of a person&#10;&#10;Description automatically generated">
            <a:extLst>
              <a:ext uri="{FF2B5EF4-FFF2-40B4-BE49-F238E27FC236}">
                <a16:creationId xmlns:a16="http://schemas.microsoft.com/office/drawing/2014/main" id="{64F275E5-53E4-CE84-BFBA-2BC612A005F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2000"/>
            <a:ext cx="9173612"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18503"/>
          </a:xfrm>
          <a:prstGeom prst="rect">
            <a:avLst/>
          </a:prstGeom>
          <a:solidFill>
            <a:srgbClr val="A845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227717865"/>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3_Divider_with image1_style2">
    <p:spTree>
      <p:nvGrpSpPr>
        <p:cNvPr id="1" name=""/>
        <p:cNvGrpSpPr/>
        <p:nvPr/>
      </p:nvGrpSpPr>
      <p:grpSpPr>
        <a:xfrm>
          <a:off x="0" y="0"/>
          <a:ext cx="0" cy="0"/>
          <a:chOff x="0" y="0"/>
          <a:chExt cx="0" cy="0"/>
        </a:xfrm>
      </p:grpSpPr>
      <p:pic>
        <p:nvPicPr>
          <p:cNvPr id="9" name="Picture 8" descr="A close-up of a hand pointing at a model&#10;&#10;Description automatically generated">
            <a:extLst>
              <a:ext uri="{FF2B5EF4-FFF2-40B4-BE49-F238E27FC236}">
                <a16:creationId xmlns:a16="http://schemas.microsoft.com/office/drawing/2014/main" id="{BD33C0EC-1329-DF67-CC34-2186429DEB4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9173027"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A845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225692397"/>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rgbClr val="A845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791767944"/>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Cover_style3">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chemeClr val="accent2"/>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C8C8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2" name="Picture Placeholder 3">
            <a:extLst>
              <a:ext uri="{FF2B5EF4-FFF2-40B4-BE49-F238E27FC236}">
                <a16:creationId xmlns:a16="http://schemas.microsoft.com/office/drawing/2014/main" id="{64F25102-8019-71BA-8F07-A5D0AFCC24B8}"/>
              </a:ext>
            </a:extLst>
          </p:cNvPr>
          <p:cNvSpPr>
            <a:spLocks noGrp="1"/>
          </p:cNvSpPr>
          <p:nvPr>
            <p:ph type="pic" sz="quarter" idx="14" hasCustomPrompt="1"/>
          </p:nvPr>
        </p:nvSpPr>
        <p:spPr>
          <a:xfrm>
            <a:off x="541336" y="5094185"/>
            <a:ext cx="1755195" cy="809625"/>
          </a:xfrm>
        </p:spPr>
        <p:txBody>
          <a:bodyPr anchor="ctr" anchorCtr="0"/>
          <a:lstStyle>
            <a:lvl1pPr algn="ctr">
              <a:lnSpc>
                <a:spcPts val="1600"/>
              </a:lnSpc>
              <a:defRPr sz="1400">
                <a:solidFill>
                  <a:schemeClr val="bg1"/>
                </a:solidFill>
              </a:defRPr>
            </a:lvl1pPr>
          </a:lstStyle>
          <a:p>
            <a:r>
              <a:rPr lang="en-AU" dirty="0"/>
              <a:t>Click icon to Insert Partner logo </a:t>
            </a:r>
          </a:p>
        </p:txBody>
      </p:sp>
      <p:sp>
        <p:nvSpPr>
          <p:cNvPr id="3" name="Picture Placeholder 3">
            <a:extLst>
              <a:ext uri="{FF2B5EF4-FFF2-40B4-BE49-F238E27FC236}">
                <a16:creationId xmlns:a16="http://schemas.microsoft.com/office/drawing/2014/main" id="{D7C73486-B521-47A0-AF9D-6971811ACFA4}"/>
              </a:ext>
            </a:extLst>
          </p:cNvPr>
          <p:cNvSpPr>
            <a:spLocks noGrp="1"/>
          </p:cNvSpPr>
          <p:nvPr>
            <p:ph type="pic" sz="quarter" idx="15" hasCustomPrompt="1"/>
          </p:nvPr>
        </p:nvSpPr>
        <p:spPr>
          <a:xfrm>
            <a:off x="258579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4" name="Picture Placeholder 3">
            <a:extLst>
              <a:ext uri="{FF2B5EF4-FFF2-40B4-BE49-F238E27FC236}">
                <a16:creationId xmlns:a16="http://schemas.microsoft.com/office/drawing/2014/main" id="{C5047982-B5C9-3137-D959-134494D799BE}"/>
              </a:ext>
            </a:extLst>
          </p:cNvPr>
          <p:cNvSpPr>
            <a:spLocks noGrp="1"/>
          </p:cNvSpPr>
          <p:nvPr>
            <p:ph type="pic" sz="quarter" idx="16" hasCustomPrompt="1"/>
          </p:nvPr>
        </p:nvSpPr>
        <p:spPr>
          <a:xfrm>
            <a:off x="463025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8" name="Text Placeholder 10">
            <a:extLst>
              <a:ext uri="{FF2B5EF4-FFF2-40B4-BE49-F238E27FC236}">
                <a16:creationId xmlns:a16="http://schemas.microsoft.com/office/drawing/2014/main" id="{28B770AB-4E41-97A4-BC8B-8232D6165CC4}"/>
              </a:ext>
            </a:extLst>
          </p:cNvPr>
          <p:cNvSpPr>
            <a:spLocks noGrp="1"/>
          </p:cNvSpPr>
          <p:nvPr>
            <p:ph type="body" sz="quarter" idx="17"/>
          </p:nvPr>
        </p:nvSpPr>
        <p:spPr>
          <a:xfrm>
            <a:off x="541335" y="5993730"/>
            <a:ext cx="5844115" cy="405600"/>
          </a:xfrm>
        </p:spPr>
        <p:txBody>
          <a:bodyPr/>
          <a:lstStyle>
            <a:lvl1pPr marL="0">
              <a:lnSpc>
                <a:spcPts val="1600"/>
              </a:lnSpc>
              <a:spcAft>
                <a:spcPts val="0"/>
              </a:spcAft>
              <a:buFontTx/>
              <a:buNone/>
              <a:defRPr sz="1400">
                <a:solidFill>
                  <a:schemeClr val="bg1"/>
                </a:solidFill>
              </a:defRPr>
            </a:lvl1pPr>
            <a:lvl2pPr marL="0">
              <a:lnSpc>
                <a:spcPts val="1600"/>
              </a:lnSpc>
              <a:spcAft>
                <a:spcPts val="0"/>
              </a:spcAft>
              <a:buFontTx/>
              <a:buNone/>
              <a:defRPr sz="1400">
                <a:solidFill>
                  <a:schemeClr val="bg1"/>
                </a:solidFill>
              </a:defRPr>
            </a:lvl2pPr>
            <a:lvl3pPr marL="0" indent="0">
              <a:lnSpc>
                <a:spcPts val="1600"/>
              </a:lnSpc>
              <a:spcAft>
                <a:spcPts val="0"/>
              </a:spcAft>
              <a:buFontTx/>
              <a:buNone/>
              <a:defRPr sz="1400">
                <a:solidFill>
                  <a:schemeClr val="bg1"/>
                </a:solidFill>
              </a:defRPr>
            </a:lvl3pPr>
            <a:lvl4pPr marL="0" indent="0">
              <a:lnSpc>
                <a:spcPts val="1600"/>
              </a:lnSpc>
              <a:spcAft>
                <a:spcPts val="0"/>
              </a:spcAft>
              <a:buFontTx/>
              <a:buNone/>
              <a:defRPr sz="1400">
                <a:solidFill>
                  <a:schemeClr val="bg1"/>
                </a:solidFill>
              </a:defRPr>
            </a:lvl4pPr>
            <a:lvl5pPr marL="0" indent="0">
              <a:lnSpc>
                <a:spcPts val="1600"/>
              </a:lnSpc>
              <a:spcAft>
                <a:spcPts val="0"/>
              </a:spcAft>
              <a:buFontTx/>
              <a:buNone/>
              <a:defRPr sz="1400">
                <a:solidFill>
                  <a:schemeClr val="bg1"/>
                </a:solidFill>
              </a:defRPr>
            </a:lvl5pPr>
            <a:lvl6pPr marL="0" indent="0">
              <a:lnSpc>
                <a:spcPts val="1600"/>
              </a:lnSpc>
              <a:spcAft>
                <a:spcPts val="0"/>
              </a:spcAft>
              <a:buFontTx/>
              <a:buNone/>
              <a:defRPr sz="1400">
                <a:solidFill>
                  <a:schemeClr val="bg1"/>
                </a:solidFill>
              </a:defRPr>
            </a:lvl6pPr>
            <a:lvl7pPr marL="0" indent="0">
              <a:lnSpc>
                <a:spcPts val="1600"/>
              </a:lnSpc>
              <a:spcAft>
                <a:spcPts val="0"/>
              </a:spcAft>
              <a:buFontTx/>
              <a:buNone/>
              <a:defRPr sz="1400">
                <a:solidFill>
                  <a:schemeClr val="bg1"/>
                </a:solidFill>
              </a:defRPr>
            </a:lvl7pPr>
            <a:lvl8pPr marL="0" indent="0">
              <a:lnSpc>
                <a:spcPts val="1600"/>
              </a:lnSpc>
              <a:spcAft>
                <a:spcPts val="0"/>
              </a:spcAft>
              <a:buFontTx/>
              <a:buNone/>
              <a:defRPr sz="1400">
                <a:solidFill>
                  <a:schemeClr val="bg1"/>
                </a:solidFill>
              </a:defRPr>
            </a:lvl8pPr>
            <a:lvl9pPr marL="0" indent="0">
              <a:lnSpc>
                <a:spcPts val="1600"/>
              </a:lnSpc>
              <a:spcAft>
                <a:spcPts val="0"/>
              </a:spcAft>
              <a:buFontTx/>
              <a:buNone/>
              <a:defRPr sz="14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675549999"/>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3">
    <p:spTree>
      <p:nvGrpSpPr>
        <p:cNvPr id="1" name=""/>
        <p:cNvGrpSpPr/>
        <p:nvPr/>
      </p:nvGrpSpPr>
      <p:grpSpPr>
        <a:xfrm>
          <a:off x="0" y="0"/>
          <a:ext cx="0" cy="0"/>
          <a:chOff x="0" y="0"/>
          <a:chExt cx="0" cy="0"/>
        </a:xfrm>
      </p:grpSpPr>
      <p:pic>
        <p:nvPicPr>
          <p:cNvPr id="13" name="Picture 12" descr="A group of people sitting in a room&#10;&#10;Description automatically generated">
            <a:extLst>
              <a:ext uri="{FF2B5EF4-FFF2-40B4-BE49-F238E27FC236}">
                <a16:creationId xmlns:a16="http://schemas.microsoft.com/office/drawing/2014/main" id="{28BDE54C-00E9-5879-B7AA-CBAEB4B2003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2000"/>
            <a:ext cx="8337150"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2573942067"/>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3">
    <p:spTree>
      <p:nvGrpSpPr>
        <p:cNvPr id="1" name=""/>
        <p:cNvGrpSpPr/>
        <p:nvPr/>
      </p:nvGrpSpPr>
      <p:grpSpPr>
        <a:xfrm>
          <a:off x="0" y="0"/>
          <a:ext cx="0" cy="0"/>
          <a:chOff x="0" y="0"/>
          <a:chExt cx="0" cy="0"/>
        </a:xfrm>
      </p:grpSpPr>
      <p:pic>
        <p:nvPicPr>
          <p:cNvPr id="9" name="Picture 8" descr="A building with a curved roof&#10;&#10;Description automatically generated">
            <a:extLst>
              <a:ext uri="{FF2B5EF4-FFF2-40B4-BE49-F238E27FC236}">
                <a16:creationId xmlns:a16="http://schemas.microsoft.com/office/drawing/2014/main" id="{7C32C17A-0B3D-3605-0770-718372FF115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8012530"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032562100"/>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3">
    <p:spTree>
      <p:nvGrpSpPr>
        <p:cNvPr id="1" name=""/>
        <p:cNvGrpSpPr/>
        <p:nvPr/>
      </p:nvGrpSpPr>
      <p:grpSpPr>
        <a:xfrm>
          <a:off x="0" y="0"/>
          <a:ext cx="0" cy="0"/>
          <a:chOff x="0" y="0"/>
          <a:chExt cx="0" cy="0"/>
        </a:xfrm>
      </p:grpSpPr>
      <p:pic>
        <p:nvPicPr>
          <p:cNvPr id="9" name="Picture 8" descr="A person using a device to connect wires&#10;&#10;Description automatically generated">
            <a:extLst>
              <a:ext uri="{FF2B5EF4-FFF2-40B4-BE49-F238E27FC236}">
                <a16:creationId xmlns:a16="http://schemas.microsoft.com/office/drawing/2014/main" id="{C1287946-82AF-7FA8-19A7-7FCE04906E4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917584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842383239"/>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2407210404"/>
      </p:ext>
    </p:extLst>
  </p:cSld>
  <p:clrMapOvr>
    <a:masterClrMapping/>
  </p:clrMapOvr>
  <p:extLst>
    <p:ext uri="{DCECCB84-F9BA-43D5-87BE-67443E8EF086}">
      <p15:sldGuideLst xmlns:p15="http://schemas.microsoft.com/office/powerpoint/2012/main"/>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Cover_style4">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rgbClr val="ABC1A7"/>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C8C8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2" name="Picture Placeholder 3">
            <a:extLst>
              <a:ext uri="{FF2B5EF4-FFF2-40B4-BE49-F238E27FC236}">
                <a16:creationId xmlns:a16="http://schemas.microsoft.com/office/drawing/2014/main" id="{64F25102-8019-71BA-8F07-A5D0AFCC24B8}"/>
              </a:ext>
            </a:extLst>
          </p:cNvPr>
          <p:cNvSpPr>
            <a:spLocks noGrp="1"/>
          </p:cNvSpPr>
          <p:nvPr>
            <p:ph type="pic" sz="quarter" idx="14" hasCustomPrompt="1"/>
          </p:nvPr>
        </p:nvSpPr>
        <p:spPr>
          <a:xfrm>
            <a:off x="541336" y="5094185"/>
            <a:ext cx="1755195" cy="809625"/>
          </a:xfrm>
        </p:spPr>
        <p:txBody>
          <a:bodyPr anchor="ctr" anchorCtr="0"/>
          <a:lstStyle>
            <a:lvl1pPr algn="ctr">
              <a:lnSpc>
                <a:spcPts val="1600"/>
              </a:lnSpc>
              <a:defRPr sz="1400">
                <a:solidFill>
                  <a:schemeClr val="bg1"/>
                </a:solidFill>
              </a:defRPr>
            </a:lvl1pPr>
          </a:lstStyle>
          <a:p>
            <a:r>
              <a:rPr lang="en-AU" dirty="0"/>
              <a:t>Click icon to Insert Partner logo </a:t>
            </a:r>
          </a:p>
        </p:txBody>
      </p:sp>
      <p:sp>
        <p:nvSpPr>
          <p:cNvPr id="3" name="Picture Placeholder 3">
            <a:extLst>
              <a:ext uri="{FF2B5EF4-FFF2-40B4-BE49-F238E27FC236}">
                <a16:creationId xmlns:a16="http://schemas.microsoft.com/office/drawing/2014/main" id="{D7C73486-B521-47A0-AF9D-6971811ACFA4}"/>
              </a:ext>
            </a:extLst>
          </p:cNvPr>
          <p:cNvSpPr>
            <a:spLocks noGrp="1"/>
          </p:cNvSpPr>
          <p:nvPr>
            <p:ph type="pic" sz="quarter" idx="15" hasCustomPrompt="1"/>
          </p:nvPr>
        </p:nvSpPr>
        <p:spPr>
          <a:xfrm>
            <a:off x="258579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4" name="Picture Placeholder 3">
            <a:extLst>
              <a:ext uri="{FF2B5EF4-FFF2-40B4-BE49-F238E27FC236}">
                <a16:creationId xmlns:a16="http://schemas.microsoft.com/office/drawing/2014/main" id="{C5047982-B5C9-3137-D959-134494D799BE}"/>
              </a:ext>
            </a:extLst>
          </p:cNvPr>
          <p:cNvSpPr>
            <a:spLocks noGrp="1"/>
          </p:cNvSpPr>
          <p:nvPr>
            <p:ph type="pic" sz="quarter" idx="16" hasCustomPrompt="1"/>
          </p:nvPr>
        </p:nvSpPr>
        <p:spPr>
          <a:xfrm>
            <a:off x="463025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8" name="Text Placeholder 10">
            <a:extLst>
              <a:ext uri="{FF2B5EF4-FFF2-40B4-BE49-F238E27FC236}">
                <a16:creationId xmlns:a16="http://schemas.microsoft.com/office/drawing/2014/main" id="{28B770AB-4E41-97A4-BC8B-8232D6165CC4}"/>
              </a:ext>
            </a:extLst>
          </p:cNvPr>
          <p:cNvSpPr>
            <a:spLocks noGrp="1"/>
          </p:cNvSpPr>
          <p:nvPr>
            <p:ph type="body" sz="quarter" idx="17"/>
          </p:nvPr>
        </p:nvSpPr>
        <p:spPr>
          <a:xfrm>
            <a:off x="541335" y="5993730"/>
            <a:ext cx="5844115" cy="405600"/>
          </a:xfrm>
        </p:spPr>
        <p:txBody>
          <a:bodyPr/>
          <a:lstStyle>
            <a:lvl1pPr marL="0">
              <a:lnSpc>
                <a:spcPts val="1600"/>
              </a:lnSpc>
              <a:spcAft>
                <a:spcPts val="0"/>
              </a:spcAft>
              <a:buFontTx/>
              <a:buNone/>
              <a:defRPr sz="1400">
                <a:solidFill>
                  <a:schemeClr val="bg1"/>
                </a:solidFill>
              </a:defRPr>
            </a:lvl1pPr>
            <a:lvl2pPr marL="0">
              <a:lnSpc>
                <a:spcPts val="1600"/>
              </a:lnSpc>
              <a:spcAft>
                <a:spcPts val="0"/>
              </a:spcAft>
              <a:buFontTx/>
              <a:buNone/>
              <a:defRPr sz="1400">
                <a:solidFill>
                  <a:schemeClr val="bg1"/>
                </a:solidFill>
              </a:defRPr>
            </a:lvl2pPr>
            <a:lvl3pPr marL="0" indent="0">
              <a:lnSpc>
                <a:spcPts val="1600"/>
              </a:lnSpc>
              <a:spcAft>
                <a:spcPts val="0"/>
              </a:spcAft>
              <a:buFontTx/>
              <a:buNone/>
              <a:defRPr sz="1400">
                <a:solidFill>
                  <a:schemeClr val="bg1"/>
                </a:solidFill>
              </a:defRPr>
            </a:lvl3pPr>
            <a:lvl4pPr marL="0" indent="0">
              <a:lnSpc>
                <a:spcPts val="1600"/>
              </a:lnSpc>
              <a:spcAft>
                <a:spcPts val="0"/>
              </a:spcAft>
              <a:buFontTx/>
              <a:buNone/>
              <a:defRPr sz="1400">
                <a:solidFill>
                  <a:schemeClr val="bg1"/>
                </a:solidFill>
              </a:defRPr>
            </a:lvl4pPr>
            <a:lvl5pPr marL="0" indent="0">
              <a:lnSpc>
                <a:spcPts val="1600"/>
              </a:lnSpc>
              <a:spcAft>
                <a:spcPts val="0"/>
              </a:spcAft>
              <a:buFontTx/>
              <a:buNone/>
              <a:defRPr sz="1400">
                <a:solidFill>
                  <a:schemeClr val="bg1"/>
                </a:solidFill>
              </a:defRPr>
            </a:lvl5pPr>
            <a:lvl6pPr marL="0" indent="0">
              <a:lnSpc>
                <a:spcPts val="1600"/>
              </a:lnSpc>
              <a:spcAft>
                <a:spcPts val="0"/>
              </a:spcAft>
              <a:buFontTx/>
              <a:buNone/>
              <a:defRPr sz="1400">
                <a:solidFill>
                  <a:schemeClr val="bg1"/>
                </a:solidFill>
              </a:defRPr>
            </a:lvl6pPr>
            <a:lvl7pPr marL="0" indent="0">
              <a:lnSpc>
                <a:spcPts val="1600"/>
              </a:lnSpc>
              <a:spcAft>
                <a:spcPts val="0"/>
              </a:spcAft>
              <a:buFontTx/>
              <a:buNone/>
              <a:defRPr sz="1400">
                <a:solidFill>
                  <a:schemeClr val="bg1"/>
                </a:solidFill>
              </a:defRPr>
            </a:lvl7pPr>
            <a:lvl8pPr marL="0" indent="0">
              <a:lnSpc>
                <a:spcPts val="1600"/>
              </a:lnSpc>
              <a:spcAft>
                <a:spcPts val="0"/>
              </a:spcAft>
              <a:buFontTx/>
              <a:buNone/>
              <a:defRPr sz="1400">
                <a:solidFill>
                  <a:schemeClr val="bg1"/>
                </a:solidFill>
              </a:defRPr>
            </a:lvl8pPr>
            <a:lvl9pPr marL="0" indent="0">
              <a:lnSpc>
                <a:spcPts val="1600"/>
              </a:lnSpc>
              <a:spcAft>
                <a:spcPts val="0"/>
              </a:spcAft>
              <a:buFontTx/>
              <a:buNone/>
              <a:defRPr sz="14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851568747"/>
      </p:ext>
    </p:extLst>
  </p:cSld>
  <p:clrMapOvr>
    <a:masterClrMapping/>
  </p:clrMapOvr>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4">
    <p:spTree>
      <p:nvGrpSpPr>
        <p:cNvPr id="1" name=""/>
        <p:cNvGrpSpPr/>
        <p:nvPr/>
      </p:nvGrpSpPr>
      <p:grpSpPr>
        <a:xfrm>
          <a:off x="0" y="0"/>
          <a:ext cx="0" cy="0"/>
          <a:chOff x="0" y="0"/>
          <a:chExt cx="0" cy="0"/>
        </a:xfrm>
      </p:grpSpPr>
      <p:pic>
        <p:nvPicPr>
          <p:cNvPr id="4" name="Picture 3" descr="A group of people walking in a park&#10;&#10;Description automatically generated">
            <a:extLst>
              <a:ext uri="{FF2B5EF4-FFF2-40B4-BE49-F238E27FC236}">
                <a16:creationId xmlns:a16="http://schemas.microsoft.com/office/drawing/2014/main" id="{09DD1383-E7A4-AA64-8DE9-6E004E157B5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1999"/>
            <a:ext cx="907799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ABC1A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2"/>
                </a:solidFill>
              </a:defRPr>
            </a:lvl1pPr>
            <a:lvl2pPr marL="0" indent="0">
              <a:lnSpc>
                <a:spcPts val="1800"/>
              </a:lnSpc>
              <a:spcAft>
                <a:spcPts val="600"/>
              </a:spcAft>
              <a:buNone/>
              <a:defRPr sz="1600">
                <a:solidFill>
                  <a:schemeClr val="bg2"/>
                </a:solidFill>
              </a:defRPr>
            </a:lvl2pPr>
            <a:lvl3pPr marL="0" indent="0">
              <a:lnSpc>
                <a:spcPts val="1400"/>
              </a:lnSpc>
              <a:spcAft>
                <a:spcPts val="600"/>
              </a:spcAft>
              <a:buNone/>
              <a:defRPr sz="1200">
                <a:solidFill>
                  <a:schemeClr val="bg2"/>
                </a:solidFill>
              </a:defRPr>
            </a:lvl3pPr>
            <a:lvl4pPr marL="0" indent="0">
              <a:lnSpc>
                <a:spcPts val="1400"/>
              </a:lnSpc>
              <a:spcAft>
                <a:spcPts val="600"/>
              </a:spcAft>
              <a:buNone/>
              <a:defRPr sz="1200">
                <a:solidFill>
                  <a:schemeClr val="bg2"/>
                </a:solidFill>
              </a:defRPr>
            </a:lvl4pPr>
            <a:lvl5pPr marL="0" indent="0">
              <a:lnSpc>
                <a:spcPts val="1400"/>
              </a:lnSpc>
              <a:spcAft>
                <a:spcPts val="600"/>
              </a:spcAft>
              <a:buNone/>
              <a:defRPr sz="1200">
                <a:solidFill>
                  <a:schemeClr val="bg2"/>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66691435"/>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4">
    <p:spTree>
      <p:nvGrpSpPr>
        <p:cNvPr id="1" name=""/>
        <p:cNvGrpSpPr/>
        <p:nvPr/>
      </p:nvGrpSpPr>
      <p:grpSpPr>
        <a:xfrm>
          <a:off x="0" y="0"/>
          <a:ext cx="0" cy="0"/>
          <a:chOff x="0" y="0"/>
          <a:chExt cx="0" cy="0"/>
        </a:xfrm>
      </p:grpSpPr>
      <p:pic>
        <p:nvPicPr>
          <p:cNvPr id="4" name="Picture 3" descr="A building under construction with trees&#10;&#10;Description automatically generated">
            <a:extLst>
              <a:ext uri="{FF2B5EF4-FFF2-40B4-BE49-F238E27FC236}">
                <a16:creationId xmlns:a16="http://schemas.microsoft.com/office/drawing/2014/main" id="{51F6BE47-7A2B-FB6B-ED40-B51129631D0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2000"/>
            <a:ext cx="9155124"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ABC1A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2"/>
                </a:solidFill>
              </a:defRPr>
            </a:lvl1pPr>
            <a:lvl2pPr marL="0" indent="0">
              <a:lnSpc>
                <a:spcPts val="1800"/>
              </a:lnSpc>
              <a:spcAft>
                <a:spcPts val="600"/>
              </a:spcAft>
              <a:buNone/>
              <a:defRPr sz="1600">
                <a:solidFill>
                  <a:schemeClr val="bg2"/>
                </a:solidFill>
              </a:defRPr>
            </a:lvl2pPr>
            <a:lvl3pPr marL="0" indent="0">
              <a:lnSpc>
                <a:spcPts val="1400"/>
              </a:lnSpc>
              <a:spcAft>
                <a:spcPts val="600"/>
              </a:spcAft>
              <a:buNone/>
              <a:defRPr sz="1200">
                <a:solidFill>
                  <a:schemeClr val="bg2"/>
                </a:solidFill>
              </a:defRPr>
            </a:lvl3pPr>
            <a:lvl4pPr marL="0" indent="0">
              <a:lnSpc>
                <a:spcPts val="1400"/>
              </a:lnSpc>
              <a:spcAft>
                <a:spcPts val="600"/>
              </a:spcAft>
              <a:buNone/>
              <a:defRPr sz="1200">
                <a:solidFill>
                  <a:schemeClr val="bg2"/>
                </a:solidFill>
              </a:defRPr>
            </a:lvl4pPr>
            <a:lvl5pPr marL="0" indent="0">
              <a:lnSpc>
                <a:spcPts val="1400"/>
              </a:lnSpc>
              <a:spcAft>
                <a:spcPts val="600"/>
              </a:spcAft>
              <a:buNone/>
              <a:defRPr sz="1200">
                <a:solidFill>
                  <a:schemeClr val="bg2"/>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071919616"/>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4">
    <p:spTree>
      <p:nvGrpSpPr>
        <p:cNvPr id="1" name=""/>
        <p:cNvGrpSpPr/>
        <p:nvPr/>
      </p:nvGrpSpPr>
      <p:grpSpPr>
        <a:xfrm>
          <a:off x="0" y="0"/>
          <a:ext cx="0" cy="0"/>
          <a:chOff x="0" y="0"/>
          <a:chExt cx="0" cy="0"/>
        </a:xfrm>
      </p:grpSpPr>
      <p:pic>
        <p:nvPicPr>
          <p:cNvPr id="11" name="Picture 10" descr="A person holding a piece of wood&#10;&#10;Description automatically generated">
            <a:extLst>
              <a:ext uri="{FF2B5EF4-FFF2-40B4-BE49-F238E27FC236}">
                <a16:creationId xmlns:a16="http://schemas.microsoft.com/office/drawing/2014/main" id="{94024269-2550-85C4-BE45-B706209E4BA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917584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ABC1A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2"/>
                </a:solidFill>
              </a:defRPr>
            </a:lvl1pPr>
            <a:lvl2pPr marL="0" indent="0">
              <a:lnSpc>
                <a:spcPts val="1800"/>
              </a:lnSpc>
              <a:spcAft>
                <a:spcPts val="600"/>
              </a:spcAft>
              <a:buNone/>
              <a:defRPr sz="1600">
                <a:solidFill>
                  <a:schemeClr val="bg2"/>
                </a:solidFill>
              </a:defRPr>
            </a:lvl2pPr>
            <a:lvl3pPr marL="0" indent="0">
              <a:lnSpc>
                <a:spcPts val="1400"/>
              </a:lnSpc>
              <a:spcAft>
                <a:spcPts val="600"/>
              </a:spcAft>
              <a:buNone/>
              <a:defRPr sz="1200">
                <a:solidFill>
                  <a:schemeClr val="bg2"/>
                </a:solidFill>
              </a:defRPr>
            </a:lvl3pPr>
            <a:lvl4pPr marL="0" indent="0">
              <a:lnSpc>
                <a:spcPts val="1400"/>
              </a:lnSpc>
              <a:spcAft>
                <a:spcPts val="600"/>
              </a:spcAft>
              <a:buNone/>
              <a:defRPr sz="1200">
                <a:solidFill>
                  <a:schemeClr val="bg2"/>
                </a:solidFill>
              </a:defRPr>
            </a:lvl4pPr>
            <a:lvl5pPr marL="0" indent="0">
              <a:lnSpc>
                <a:spcPts val="1400"/>
              </a:lnSpc>
              <a:spcAft>
                <a:spcPts val="600"/>
              </a:spcAft>
              <a:buNone/>
              <a:defRPr sz="1200">
                <a:solidFill>
                  <a:schemeClr val="bg2"/>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687929782"/>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4">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rgbClr val="ABC1A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2"/>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188723145"/>
      </p:ext>
    </p:extLst>
  </p:cSld>
  <p:clrMapOvr>
    <a:masterClrMapping/>
  </p:clrMapOvr>
  <p:extLst>
    <p:ext uri="{DCECCB84-F9BA-43D5-87BE-67443E8EF086}">
      <p15:sldGuideLst xmlns:p15="http://schemas.microsoft.com/office/powerpoint/2012/main"/>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Cover_style5">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rgbClr val="2C421D"/>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C8C8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2" name="Picture Placeholder 3">
            <a:extLst>
              <a:ext uri="{FF2B5EF4-FFF2-40B4-BE49-F238E27FC236}">
                <a16:creationId xmlns:a16="http://schemas.microsoft.com/office/drawing/2014/main" id="{64F25102-8019-71BA-8F07-A5D0AFCC24B8}"/>
              </a:ext>
            </a:extLst>
          </p:cNvPr>
          <p:cNvSpPr>
            <a:spLocks noGrp="1"/>
          </p:cNvSpPr>
          <p:nvPr>
            <p:ph type="pic" sz="quarter" idx="14" hasCustomPrompt="1"/>
          </p:nvPr>
        </p:nvSpPr>
        <p:spPr>
          <a:xfrm>
            <a:off x="541336" y="5094185"/>
            <a:ext cx="1755195" cy="809625"/>
          </a:xfrm>
        </p:spPr>
        <p:txBody>
          <a:bodyPr anchor="ctr" anchorCtr="0"/>
          <a:lstStyle>
            <a:lvl1pPr algn="ctr">
              <a:lnSpc>
                <a:spcPts val="1600"/>
              </a:lnSpc>
              <a:defRPr sz="1400">
                <a:solidFill>
                  <a:schemeClr val="bg1"/>
                </a:solidFill>
              </a:defRPr>
            </a:lvl1pPr>
          </a:lstStyle>
          <a:p>
            <a:r>
              <a:rPr lang="en-AU" dirty="0"/>
              <a:t>Click icon to Insert Partner logo </a:t>
            </a:r>
          </a:p>
        </p:txBody>
      </p:sp>
      <p:sp>
        <p:nvSpPr>
          <p:cNvPr id="3" name="Picture Placeholder 3">
            <a:extLst>
              <a:ext uri="{FF2B5EF4-FFF2-40B4-BE49-F238E27FC236}">
                <a16:creationId xmlns:a16="http://schemas.microsoft.com/office/drawing/2014/main" id="{D7C73486-B521-47A0-AF9D-6971811ACFA4}"/>
              </a:ext>
            </a:extLst>
          </p:cNvPr>
          <p:cNvSpPr>
            <a:spLocks noGrp="1"/>
          </p:cNvSpPr>
          <p:nvPr>
            <p:ph type="pic" sz="quarter" idx="15" hasCustomPrompt="1"/>
          </p:nvPr>
        </p:nvSpPr>
        <p:spPr>
          <a:xfrm>
            <a:off x="258579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4" name="Picture Placeholder 3">
            <a:extLst>
              <a:ext uri="{FF2B5EF4-FFF2-40B4-BE49-F238E27FC236}">
                <a16:creationId xmlns:a16="http://schemas.microsoft.com/office/drawing/2014/main" id="{C5047982-B5C9-3137-D959-134494D799BE}"/>
              </a:ext>
            </a:extLst>
          </p:cNvPr>
          <p:cNvSpPr>
            <a:spLocks noGrp="1"/>
          </p:cNvSpPr>
          <p:nvPr>
            <p:ph type="pic" sz="quarter" idx="16" hasCustomPrompt="1"/>
          </p:nvPr>
        </p:nvSpPr>
        <p:spPr>
          <a:xfrm>
            <a:off x="463025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8" name="Text Placeholder 10">
            <a:extLst>
              <a:ext uri="{FF2B5EF4-FFF2-40B4-BE49-F238E27FC236}">
                <a16:creationId xmlns:a16="http://schemas.microsoft.com/office/drawing/2014/main" id="{28B770AB-4E41-97A4-BC8B-8232D6165CC4}"/>
              </a:ext>
            </a:extLst>
          </p:cNvPr>
          <p:cNvSpPr>
            <a:spLocks noGrp="1"/>
          </p:cNvSpPr>
          <p:nvPr>
            <p:ph type="body" sz="quarter" idx="17"/>
          </p:nvPr>
        </p:nvSpPr>
        <p:spPr>
          <a:xfrm>
            <a:off x="541335" y="5993730"/>
            <a:ext cx="5844115" cy="405600"/>
          </a:xfrm>
        </p:spPr>
        <p:txBody>
          <a:bodyPr/>
          <a:lstStyle>
            <a:lvl1pPr marL="0">
              <a:lnSpc>
                <a:spcPts val="1600"/>
              </a:lnSpc>
              <a:spcAft>
                <a:spcPts val="0"/>
              </a:spcAft>
              <a:buFontTx/>
              <a:buNone/>
              <a:defRPr sz="1400">
                <a:solidFill>
                  <a:schemeClr val="bg1"/>
                </a:solidFill>
              </a:defRPr>
            </a:lvl1pPr>
            <a:lvl2pPr marL="0">
              <a:lnSpc>
                <a:spcPts val="1600"/>
              </a:lnSpc>
              <a:spcAft>
                <a:spcPts val="0"/>
              </a:spcAft>
              <a:buFontTx/>
              <a:buNone/>
              <a:defRPr sz="1400">
                <a:solidFill>
                  <a:schemeClr val="bg1"/>
                </a:solidFill>
              </a:defRPr>
            </a:lvl2pPr>
            <a:lvl3pPr marL="0" indent="0">
              <a:lnSpc>
                <a:spcPts val="1600"/>
              </a:lnSpc>
              <a:spcAft>
                <a:spcPts val="0"/>
              </a:spcAft>
              <a:buFontTx/>
              <a:buNone/>
              <a:defRPr sz="1400">
                <a:solidFill>
                  <a:schemeClr val="bg1"/>
                </a:solidFill>
              </a:defRPr>
            </a:lvl3pPr>
            <a:lvl4pPr marL="0" indent="0">
              <a:lnSpc>
                <a:spcPts val="1600"/>
              </a:lnSpc>
              <a:spcAft>
                <a:spcPts val="0"/>
              </a:spcAft>
              <a:buFontTx/>
              <a:buNone/>
              <a:defRPr sz="1400">
                <a:solidFill>
                  <a:schemeClr val="bg1"/>
                </a:solidFill>
              </a:defRPr>
            </a:lvl4pPr>
            <a:lvl5pPr marL="0" indent="0">
              <a:lnSpc>
                <a:spcPts val="1600"/>
              </a:lnSpc>
              <a:spcAft>
                <a:spcPts val="0"/>
              </a:spcAft>
              <a:buFontTx/>
              <a:buNone/>
              <a:defRPr sz="1400">
                <a:solidFill>
                  <a:schemeClr val="bg1"/>
                </a:solidFill>
              </a:defRPr>
            </a:lvl5pPr>
            <a:lvl6pPr marL="0" indent="0">
              <a:lnSpc>
                <a:spcPts val="1600"/>
              </a:lnSpc>
              <a:spcAft>
                <a:spcPts val="0"/>
              </a:spcAft>
              <a:buFontTx/>
              <a:buNone/>
              <a:defRPr sz="1400">
                <a:solidFill>
                  <a:schemeClr val="bg1"/>
                </a:solidFill>
              </a:defRPr>
            </a:lvl6pPr>
            <a:lvl7pPr marL="0" indent="0">
              <a:lnSpc>
                <a:spcPts val="1600"/>
              </a:lnSpc>
              <a:spcAft>
                <a:spcPts val="0"/>
              </a:spcAft>
              <a:buFontTx/>
              <a:buNone/>
              <a:defRPr sz="1400">
                <a:solidFill>
                  <a:schemeClr val="bg1"/>
                </a:solidFill>
              </a:defRPr>
            </a:lvl7pPr>
            <a:lvl8pPr marL="0" indent="0">
              <a:lnSpc>
                <a:spcPts val="1600"/>
              </a:lnSpc>
              <a:spcAft>
                <a:spcPts val="0"/>
              </a:spcAft>
              <a:buFontTx/>
              <a:buNone/>
              <a:defRPr sz="1400">
                <a:solidFill>
                  <a:schemeClr val="bg1"/>
                </a:solidFill>
              </a:defRPr>
            </a:lvl8pPr>
            <a:lvl9pPr marL="0" indent="0">
              <a:lnSpc>
                <a:spcPts val="1600"/>
              </a:lnSpc>
              <a:spcAft>
                <a:spcPts val="0"/>
              </a:spcAft>
              <a:buFontTx/>
              <a:buNone/>
              <a:defRPr sz="14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077321043"/>
      </p:ext>
    </p:extLst>
  </p:cSld>
  <p:clrMapOvr>
    <a:masterClrMapping/>
  </p:clrMapOvr>
  <p:extLst>
    <p:ext uri="{DCECCB84-F9BA-43D5-87BE-67443E8EF086}">
      <p15:sldGuideLst xmlns:p15="http://schemas.microsoft.com/office/powerpoint/2012/main"/>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5">
    <p:spTree>
      <p:nvGrpSpPr>
        <p:cNvPr id="1" name=""/>
        <p:cNvGrpSpPr/>
        <p:nvPr/>
      </p:nvGrpSpPr>
      <p:grpSpPr>
        <a:xfrm>
          <a:off x="0" y="0"/>
          <a:ext cx="0" cy="0"/>
          <a:chOff x="0" y="0"/>
          <a:chExt cx="0" cy="0"/>
        </a:xfrm>
      </p:grpSpPr>
      <p:pic>
        <p:nvPicPr>
          <p:cNvPr id="11" name="Picture 10" descr="People walking in a park&#10;&#10;Description automatically generated">
            <a:extLst>
              <a:ext uri="{FF2B5EF4-FFF2-40B4-BE49-F238E27FC236}">
                <a16:creationId xmlns:a16="http://schemas.microsoft.com/office/drawing/2014/main" id="{8FBDA43B-799F-3262-242C-5B80658B725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8458123"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18503"/>
          </a:xfrm>
          <a:prstGeom prst="rect">
            <a:avLst/>
          </a:prstGeom>
          <a:solidFill>
            <a:srgbClr val="2C421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926217321"/>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5">
    <p:spTree>
      <p:nvGrpSpPr>
        <p:cNvPr id="1" name=""/>
        <p:cNvGrpSpPr/>
        <p:nvPr/>
      </p:nvGrpSpPr>
      <p:grpSpPr>
        <a:xfrm>
          <a:off x="0" y="0"/>
          <a:ext cx="0" cy="0"/>
          <a:chOff x="0" y="0"/>
          <a:chExt cx="0" cy="0"/>
        </a:xfrm>
      </p:grpSpPr>
      <p:pic>
        <p:nvPicPr>
          <p:cNvPr id="8" name="Picture 7" descr="People walking past a building with ivy on the side&#10;&#10;Description automatically generated">
            <a:extLst>
              <a:ext uri="{FF2B5EF4-FFF2-40B4-BE49-F238E27FC236}">
                <a16:creationId xmlns:a16="http://schemas.microsoft.com/office/drawing/2014/main" id="{DCDBF601-CDA9-69BA-756C-E76F557DDDB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3495"/>
            <a:ext cx="8937748" cy="6120000"/>
          </a:xfrm>
          <a:prstGeom prst="rect">
            <a:avLst/>
          </a:prstGeom>
        </p:spPr>
      </p:pic>
      <p:sp>
        <p:nvSpPr>
          <p:cNvPr id="3" name="Picture Placeholder 7">
            <a:extLst>
              <a:ext uri="{FF2B5EF4-FFF2-40B4-BE49-F238E27FC236}">
                <a16:creationId xmlns:a16="http://schemas.microsoft.com/office/drawing/2014/main" id="{F974493F-F173-1F00-92AD-843885FB6183}"/>
              </a:ext>
            </a:extLst>
          </p:cNvPr>
          <p:cNvSpPr>
            <a:spLocks noGrp="1"/>
          </p:cNvSpPr>
          <p:nvPr>
            <p:ph type="pic" sz="quarter" idx="11" hasCustomPrompt="1"/>
          </p:nvPr>
        </p:nvSpPr>
        <p:spPr>
          <a:xfrm>
            <a:off x="345600" y="343496"/>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2C421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2523868676"/>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5">
    <p:spTree>
      <p:nvGrpSpPr>
        <p:cNvPr id="1" name=""/>
        <p:cNvGrpSpPr/>
        <p:nvPr/>
      </p:nvGrpSpPr>
      <p:grpSpPr>
        <a:xfrm>
          <a:off x="0" y="0"/>
          <a:ext cx="0" cy="0"/>
          <a:chOff x="0" y="0"/>
          <a:chExt cx="0" cy="0"/>
        </a:xfrm>
      </p:grpSpPr>
      <p:pic>
        <p:nvPicPr>
          <p:cNvPr id="4" name="Picture 3" descr="Close-up of hands cutting a plant&#10;&#10;Description automatically generated">
            <a:extLst>
              <a:ext uri="{FF2B5EF4-FFF2-40B4-BE49-F238E27FC236}">
                <a16:creationId xmlns:a16="http://schemas.microsoft.com/office/drawing/2014/main" id="{C8DC821B-C317-1417-9462-5276076292D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3496"/>
            <a:ext cx="911624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3496"/>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2C421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2984108779"/>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5">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rgbClr val="2C421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1288818274"/>
      </p:ext>
    </p:extLst>
  </p:cSld>
  <p:clrMapOvr>
    <a:masterClrMapping/>
  </p:clrMapOvr>
  <p:extLst>
    <p:ext uri="{DCECCB84-F9BA-43D5-87BE-67443E8EF086}">
      <p15:sldGuideLst xmlns:p15="http://schemas.microsoft.com/office/powerpoint/2012/main"/>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Cover_style6">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rgbClr val="FFD629"/>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78000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2" name="Picture Placeholder 3">
            <a:extLst>
              <a:ext uri="{FF2B5EF4-FFF2-40B4-BE49-F238E27FC236}">
                <a16:creationId xmlns:a16="http://schemas.microsoft.com/office/drawing/2014/main" id="{64F25102-8019-71BA-8F07-A5D0AFCC24B8}"/>
              </a:ext>
            </a:extLst>
          </p:cNvPr>
          <p:cNvSpPr>
            <a:spLocks noGrp="1"/>
          </p:cNvSpPr>
          <p:nvPr>
            <p:ph type="pic" sz="quarter" idx="14" hasCustomPrompt="1"/>
          </p:nvPr>
        </p:nvSpPr>
        <p:spPr>
          <a:xfrm>
            <a:off x="541336" y="5094185"/>
            <a:ext cx="1755195" cy="809625"/>
          </a:xfrm>
        </p:spPr>
        <p:txBody>
          <a:bodyPr anchor="ctr" anchorCtr="0"/>
          <a:lstStyle>
            <a:lvl1pPr algn="ctr">
              <a:lnSpc>
                <a:spcPts val="1600"/>
              </a:lnSpc>
              <a:defRPr sz="1400">
                <a:solidFill>
                  <a:schemeClr val="bg1"/>
                </a:solidFill>
              </a:defRPr>
            </a:lvl1pPr>
          </a:lstStyle>
          <a:p>
            <a:r>
              <a:rPr lang="en-AU" dirty="0"/>
              <a:t>Click icon to Insert Partner logo </a:t>
            </a:r>
          </a:p>
        </p:txBody>
      </p:sp>
      <p:sp>
        <p:nvSpPr>
          <p:cNvPr id="3" name="Picture Placeholder 3">
            <a:extLst>
              <a:ext uri="{FF2B5EF4-FFF2-40B4-BE49-F238E27FC236}">
                <a16:creationId xmlns:a16="http://schemas.microsoft.com/office/drawing/2014/main" id="{D7C73486-B521-47A0-AF9D-6971811ACFA4}"/>
              </a:ext>
            </a:extLst>
          </p:cNvPr>
          <p:cNvSpPr>
            <a:spLocks noGrp="1"/>
          </p:cNvSpPr>
          <p:nvPr>
            <p:ph type="pic" sz="quarter" idx="15" hasCustomPrompt="1"/>
          </p:nvPr>
        </p:nvSpPr>
        <p:spPr>
          <a:xfrm>
            <a:off x="258579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4" name="Picture Placeholder 3">
            <a:extLst>
              <a:ext uri="{FF2B5EF4-FFF2-40B4-BE49-F238E27FC236}">
                <a16:creationId xmlns:a16="http://schemas.microsoft.com/office/drawing/2014/main" id="{C5047982-B5C9-3137-D959-134494D799BE}"/>
              </a:ext>
            </a:extLst>
          </p:cNvPr>
          <p:cNvSpPr>
            <a:spLocks noGrp="1"/>
          </p:cNvSpPr>
          <p:nvPr>
            <p:ph type="pic" sz="quarter" idx="16" hasCustomPrompt="1"/>
          </p:nvPr>
        </p:nvSpPr>
        <p:spPr>
          <a:xfrm>
            <a:off x="463025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8" name="Text Placeholder 10">
            <a:extLst>
              <a:ext uri="{FF2B5EF4-FFF2-40B4-BE49-F238E27FC236}">
                <a16:creationId xmlns:a16="http://schemas.microsoft.com/office/drawing/2014/main" id="{28B770AB-4E41-97A4-BC8B-8232D6165CC4}"/>
              </a:ext>
            </a:extLst>
          </p:cNvPr>
          <p:cNvSpPr>
            <a:spLocks noGrp="1"/>
          </p:cNvSpPr>
          <p:nvPr>
            <p:ph type="body" sz="quarter" idx="17"/>
          </p:nvPr>
        </p:nvSpPr>
        <p:spPr>
          <a:xfrm>
            <a:off x="541335" y="5993730"/>
            <a:ext cx="5844115" cy="405600"/>
          </a:xfrm>
        </p:spPr>
        <p:txBody>
          <a:bodyPr/>
          <a:lstStyle>
            <a:lvl1pPr marL="0">
              <a:lnSpc>
                <a:spcPts val="1600"/>
              </a:lnSpc>
              <a:spcAft>
                <a:spcPts val="0"/>
              </a:spcAft>
              <a:buFontTx/>
              <a:buNone/>
              <a:defRPr sz="1400">
                <a:solidFill>
                  <a:schemeClr val="bg1"/>
                </a:solidFill>
              </a:defRPr>
            </a:lvl1pPr>
            <a:lvl2pPr marL="0">
              <a:lnSpc>
                <a:spcPts val="1600"/>
              </a:lnSpc>
              <a:spcAft>
                <a:spcPts val="0"/>
              </a:spcAft>
              <a:buFontTx/>
              <a:buNone/>
              <a:defRPr sz="1400">
                <a:solidFill>
                  <a:schemeClr val="bg1"/>
                </a:solidFill>
              </a:defRPr>
            </a:lvl2pPr>
            <a:lvl3pPr marL="0" indent="0">
              <a:lnSpc>
                <a:spcPts val="1600"/>
              </a:lnSpc>
              <a:spcAft>
                <a:spcPts val="0"/>
              </a:spcAft>
              <a:buFontTx/>
              <a:buNone/>
              <a:defRPr sz="1400">
                <a:solidFill>
                  <a:schemeClr val="bg1"/>
                </a:solidFill>
              </a:defRPr>
            </a:lvl3pPr>
            <a:lvl4pPr marL="0" indent="0">
              <a:lnSpc>
                <a:spcPts val="1600"/>
              </a:lnSpc>
              <a:spcAft>
                <a:spcPts val="0"/>
              </a:spcAft>
              <a:buFontTx/>
              <a:buNone/>
              <a:defRPr sz="1400">
                <a:solidFill>
                  <a:schemeClr val="bg1"/>
                </a:solidFill>
              </a:defRPr>
            </a:lvl4pPr>
            <a:lvl5pPr marL="0" indent="0">
              <a:lnSpc>
                <a:spcPts val="1600"/>
              </a:lnSpc>
              <a:spcAft>
                <a:spcPts val="0"/>
              </a:spcAft>
              <a:buFontTx/>
              <a:buNone/>
              <a:defRPr sz="1400">
                <a:solidFill>
                  <a:schemeClr val="bg1"/>
                </a:solidFill>
              </a:defRPr>
            </a:lvl5pPr>
            <a:lvl6pPr marL="0" indent="0">
              <a:lnSpc>
                <a:spcPts val="1600"/>
              </a:lnSpc>
              <a:spcAft>
                <a:spcPts val="0"/>
              </a:spcAft>
              <a:buFontTx/>
              <a:buNone/>
              <a:defRPr sz="1400">
                <a:solidFill>
                  <a:schemeClr val="bg1"/>
                </a:solidFill>
              </a:defRPr>
            </a:lvl6pPr>
            <a:lvl7pPr marL="0" indent="0">
              <a:lnSpc>
                <a:spcPts val="1600"/>
              </a:lnSpc>
              <a:spcAft>
                <a:spcPts val="0"/>
              </a:spcAft>
              <a:buFontTx/>
              <a:buNone/>
              <a:defRPr sz="1400">
                <a:solidFill>
                  <a:schemeClr val="bg1"/>
                </a:solidFill>
              </a:defRPr>
            </a:lvl7pPr>
            <a:lvl8pPr marL="0" indent="0">
              <a:lnSpc>
                <a:spcPts val="1600"/>
              </a:lnSpc>
              <a:spcAft>
                <a:spcPts val="0"/>
              </a:spcAft>
              <a:buFontTx/>
              <a:buNone/>
              <a:defRPr sz="1400">
                <a:solidFill>
                  <a:schemeClr val="bg1"/>
                </a:solidFill>
              </a:defRPr>
            </a:lvl8pPr>
            <a:lvl9pPr marL="0" indent="0">
              <a:lnSpc>
                <a:spcPts val="1600"/>
              </a:lnSpc>
              <a:spcAft>
                <a:spcPts val="0"/>
              </a:spcAft>
              <a:buFontTx/>
              <a:buNone/>
              <a:defRPr sz="14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823509555"/>
      </p:ext>
    </p:extLst>
  </p:cSld>
  <p:clrMapOvr>
    <a:masterClrMapping/>
  </p:clrMapOvr>
  <p:extLst>
    <p:ext uri="{DCECCB84-F9BA-43D5-87BE-67443E8EF086}">
      <p15:sldGuideLst xmlns:p15="http://schemas.microsoft.com/office/powerpoint/2012/main"/>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6">
    <p:spTree>
      <p:nvGrpSpPr>
        <p:cNvPr id="1" name=""/>
        <p:cNvGrpSpPr/>
        <p:nvPr/>
      </p:nvGrpSpPr>
      <p:grpSpPr>
        <a:xfrm>
          <a:off x="0" y="0"/>
          <a:ext cx="0" cy="0"/>
          <a:chOff x="0" y="0"/>
          <a:chExt cx="0" cy="0"/>
        </a:xfrm>
      </p:grpSpPr>
      <p:pic>
        <p:nvPicPr>
          <p:cNvPr id="11" name="Picture 10" descr="A building with a large building and a green field&#10;&#10;Description automatically generated with medium confidence">
            <a:extLst>
              <a:ext uri="{FF2B5EF4-FFF2-40B4-BE49-F238E27FC236}">
                <a16:creationId xmlns:a16="http://schemas.microsoft.com/office/drawing/2014/main" id="{77EEB241-B6FD-9EE4-0BB0-B7F11F84183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1999"/>
            <a:ext cx="9174466"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78000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FFD629"/>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305386549"/>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6">
    <p:spTree>
      <p:nvGrpSpPr>
        <p:cNvPr id="1" name=""/>
        <p:cNvGrpSpPr/>
        <p:nvPr/>
      </p:nvGrpSpPr>
      <p:grpSpPr>
        <a:xfrm>
          <a:off x="0" y="0"/>
          <a:ext cx="0" cy="0"/>
          <a:chOff x="0" y="0"/>
          <a:chExt cx="0" cy="0"/>
        </a:xfrm>
      </p:grpSpPr>
      <p:pic>
        <p:nvPicPr>
          <p:cNvPr id="9" name="Picture 8" descr="A pencil and a piece of wood&#10;&#10;Description automatically generated">
            <a:extLst>
              <a:ext uri="{FF2B5EF4-FFF2-40B4-BE49-F238E27FC236}">
                <a16:creationId xmlns:a16="http://schemas.microsoft.com/office/drawing/2014/main" id="{65E1F172-EAEE-9E3C-B801-E4B9030BEEF0}"/>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r="6744" b="4383"/>
          <a:stretch/>
        </p:blipFill>
        <p:spPr>
          <a:xfrm>
            <a:off x="345599" y="342000"/>
            <a:ext cx="8090661"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78000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FFD629"/>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22883178"/>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6">
    <p:spTree>
      <p:nvGrpSpPr>
        <p:cNvPr id="1" name=""/>
        <p:cNvGrpSpPr/>
        <p:nvPr/>
      </p:nvGrpSpPr>
      <p:grpSpPr>
        <a:xfrm>
          <a:off x="0" y="0"/>
          <a:ext cx="0" cy="0"/>
          <a:chOff x="0" y="0"/>
          <a:chExt cx="0" cy="0"/>
        </a:xfrm>
      </p:grpSpPr>
      <p:pic>
        <p:nvPicPr>
          <p:cNvPr id="11" name="Picture 10" descr="A close-up of a person holding a pair of hands&#10;&#10;Description automatically generated">
            <a:extLst>
              <a:ext uri="{FF2B5EF4-FFF2-40B4-BE49-F238E27FC236}">
                <a16:creationId xmlns:a16="http://schemas.microsoft.com/office/drawing/2014/main" id="{BE621E20-3B1D-7A47-09A7-7ADB27759E1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9192457"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90000" y="342000"/>
            <a:ext cx="3666846" cy="6120000"/>
          </a:xfrm>
          <a:prstGeom prst="rect">
            <a:avLst/>
          </a:prstGeom>
          <a:solidFill>
            <a:srgbClr val="78000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FFD629"/>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575751953"/>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6">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rgbClr val="78000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2422108170"/>
      </p:ext>
    </p:extLst>
  </p:cSld>
  <p:clrMapOvr>
    <a:masterClrMapping/>
  </p:clrMapOvr>
  <p:extLst>
    <p:ext uri="{DCECCB84-F9BA-43D5-87BE-67443E8EF086}">
      <p15:sldGuideLst xmlns:p15="http://schemas.microsoft.com/office/powerpoint/2012/main"/>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Cover_style7">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rgbClr val="73234B"/>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EB7BB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2" name="Picture Placeholder 3">
            <a:extLst>
              <a:ext uri="{FF2B5EF4-FFF2-40B4-BE49-F238E27FC236}">
                <a16:creationId xmlns:a16="http://schemas.microsoft.com/office/drawing/2014/main" id="{64F25102-8019-71BA-8F07-A5D0AFCC24B8}"/>
              </a:ext>
            </a:extLst>
          </p:cNvPr>
          <p:cNvSpPr>
            <a:spLocks noGrp="1"/>
          </p:cNvSpPr>
          <p:nvPr>
            <p:ph type="pic" sz="quarter" idx="14" hasCustomPrompt="1"/>
          </p:nvPr>
        </p:nvSpPr>
        <p:spPr>
          <a:xfrm>
            <a:off x="541336" y="5094185"/>
            <a:ext cx="1755195" cy="809625"/>
          </a:xfrm>
        </p:spPr>
        <p:txBody>
          <a:bodyPr anchor="ctr" anchorCtr="0"/>
          <a:lstStyle>
            <a:lvl1pPr algn="ctr">
              <a:lnSpc>
                <a:spcPts val="1600"/>
              </a:lnSpc>
              <a:defRPr sz="1400">
                <a:solidFill>
                  <a:schemeClr val="bg1"/>
                </a:solidFill>
              </a:defRPr>
            </a:lvl1pPr>
          </a:lstStyle>
          <a:p>
            <a:r>
              <a:rPr lang="en-AU" dirty="0"/>
              <a:t>Click icon to Insert Partner logo </a:t>
            </a:r>
          </a:p>
        </p:txBody>
      </p:sp>
      <p:sp>
        <p:nvSpPr>
          <p:cNvPr id="3" name="Picture Placeholder 3">
            <a:extLst>
              <a:ext uri="{FF2B5EF4-FFF2-40B4-BE49-F238E27FC236}">
                <a16:creationId xmlns:a16="http://schemas.microsoft.com/office/drawing/2014/main" id="{D7C73486-B521-47A0-AF9D-6971811ACFA4}"/>
              </a:ext>
            </a:extLst>
          </p:cNvPr>
          <p:cNvSpPr>
            <a:spLocks noGrp="1"/>
          </p:cNvSpPr>
          <p:nvPr>
            <p:ph type="pic" sz="quarter" idx="15" hasCustomPrompt="1"/>
          </p:nvPr>
        </p:nvSpPr>
        <p:spPr>
          <a:xfrm>
            <a:off x="258579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4" name="Picture Placeholder 3">
            <a:extLst>
              <a:ext uri="{FF2B5EF4-FFF2-40B4-BE49-F238E27FC236}">
                <a16:creationId xmlns:a16="http://schemas.microsoft.com/office/drawing/2014/main" id="{C5047982-B5C9-3137-D959-134494D799BE}"/>
              </a:ext>
            </a:extLst>
          </p:cNvPr>
          <p:cNvSpPr>
            <a:spLocks noGrp="1"/>
          </p:cNvSpPr>
          <p:nvPr>
            <p:ph type="pic" sz="quarter" idx="16" hasCustomPrompt="1"/>
          </p:nvPr>
        </p:nvSpPr>
        <p:spPr>
          <a:xfrm>
            <a:off x="463025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8" name="Text Placeholder 10">
            <a:extLst>
              <a:ext uri="{FF2B5EF4-FFF2-40B4-BE49-F238E27FC236}">
                <a16:creationId xmlns:a16="http://schemas.microsoft.com/office/drawing/2014/main" id="{28B770AB-4E41-97A4-BC8B-8232D6165CC4}"/>
              </a:ext>
            </a:extLst>
          </p:cNvPr>
          <p:cNvSpPr>
            <a:spLocks noGrp="1"/>
          </p:cNvSpPr>
          <p:nvPr>
            <p:ph type="body" sz="quarter" idx="17"/>
          </p:nvPr>
        </p:nvSpPr>
        <p:spPr>
          <a:xfrm>
            <a:off x="541335" y="5993730"/>
            <a:ext cx="5844115" cy="405600"/>
          </a:xfrm>
        </p:spPr>
        <p:txBody>
          <a:bodyPr/>
          <a:lstStyle>
            <a:lvl1pPr marL="0">
              <a:lnSpc>
                <a:spcPts val="1600"/>
              </a:lnSpc>
              <a:spcAft>
                <a:spcPts val="0"/>
              </a:spcAft>
              <a:buFontTx/>
              <a:buNone/>
              <a:defRPr sz="1400">
                <a:solidFill>
                  <a:schemeClr val="bg1"/>
                </a:solidFill>
              </a:defRPr>
            </a:lvl1pPr>
            <a:lvl2pPr marL="0">
              <a:lnSpc>
                <a:spcPts val="1600"/>
              </a:lnSpc>
              <a:spcAft>
                <a:spcPts val="0"/>
              </a:spcAft>
              <a:buFontTx/>
              <a:buNone/>
              <a:defRPr sz="1400">
                <a:solidFill>
                  <a:schemeClr val="bg1"/>
                </a:solidFill>
              </a:defRPr>
            </a:lvl2pPr>
            <a:lvl3pPr marL="0" indent="0">
              <a:lnSpc>
                <a:spcPts val="1600"/>
              </a:lnSpc>
              <a:spcAft>
                <a:spcPts val="0"/>
              </a:spcAft>
              <a:buFontTx/>
              <a:buNone/>
              <a:defRPr sz="1400">
                <a:solidFill>
                  <a:schemeClr val="bg1"/>
                </a:solidFill>
              </a:defRPr>
            </a:lvl3pPr>
            <a:lvl4pPr marL="0" indent="0">
              <a:lnSpc>
                <a:spcPts val="1600"/>
              </a:lnSpc>
              <a:spcAft>
                <a:spcPts val="0"/>
              </a:spcAft>
              <a:buFontTx/>
              <a:buNone/>
              <a:defRPr sz="1400">
                <a:solidFill>
                  <a:schemeClr val="bg1"/>
                </a:solidFill>
              </a:defRPr>
            </a:lvl4pPr>
            <a:lvl5pPr marL="0" indent="0">
              <a:lnSpc>
                <a:spcPts val="1600"/>
              </a:lnSpc>
              <a:spcAft>
                <a:spcPts val="0"/>
              </a:spcAft>
              <a:buFontTx/>
              <a:buNone/>
              <a:defRPr sz="1400">
                <a:solidFill>
                  <a:schemeClr val="bg1"/>
                </a:solidFill>
              </a:defRPr>
            </a:lvl5pPr>
            <a:lvl6pPr marL="0" indent="0">
              <a:lnSpc>
                <a:spcPts val="1600"/>
              </a:lnSpc>
              <a:spcAft>
                <a:spcPts val="0"/>
              </a:spcAft>
              <a:buFontTx/>
              <a:buNone/>
              <a:defRPr sz="1400">
                <a:solidFill>
                  <a:schemeClr val="bg1"/>
                </a:solidFill>
              </a:defRPr>
            </a:lvl6pPr>
            <a:lvl7pPr marL="0" indent="0">
              <a:lnSpc>
                <a:spcPts val="1600"/>
              </a:lnSpc>
              <a:spcAft>
                <a:spcPts val="0"/>
              </a:spcAft>
              <a:buFontTx/>
              <a:buNone/>
              <a:defRPr sz="1400">
                <a:solidFill>
                  <a:schemeClr val="bg1"/>
                </a:solidFill>
              </a:defRPr>
            </a:lvl7pPr>
            <a:lvl8pPr marL="0" indent="0">
              <a:lnSpc>
                <a:spcPts val="1600"/>
              </a:lnSpc>
              <a:spcAft>
                <a:spcPts val="0"/>
              </a:spcAft>
              <a:buFontTx/>
              <a:buNone/>
              <a:defRPr sz="1400">
                <a:solidFill>
                  <a:schemeClr val="bg1"/>
                </a:solidFill>
              </a:defRPr>
            </a:lvl8pPr>
            <a:lvl9pPr marL="0" indent="0">
              <a:lnSpc>
                <a:spcPts val="1600"/>
              </a:lnSpc>
              <a:spcAft>
                <a:spcPts val="0"/>
              </a:spcAft>
              <a:buFontTx/>
              <a:buNone/>
              <a:defRPr sz="14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818180457"/>
      </p:ext>
    </p:extLst>
  </p:cSld>
  <p:clrMapOvr>
    <a:masterClrMapping/>
  </p:clrMapOvr>
  <p:extLst>
    <p:ext uri="{DCECCB84-F9BA-43D5-87BE-67443E8EF086}">
      <p15:sldGuideLst xmlns:p15="http://schemas.microsoft.com/office/powerpoint/2012/main"/>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7">
    <p:spTree>
      <p:nvGrpSpPr>
        <p:cNvPr id="1" name=""/>
        <p:cNvGrpSpPr/>
        <p:nvPr/>
      </p:nvGrpSpPr>
      <p:grpSpPr>
        <a:xfrm>
          <a:off x="0" y="0"/>
          <a:ext cx="0" cy="0"/>
          <a:chOff x="0" y="0"/>
          <a:chExt cx="0" cy="0"/>
        </a:xfrm>
      </p:grpSpPr>
      <p:pic>
        <p:nvPicPr>
          <p:cNvPr id="4" name="Picture 3" descr="A building with trees and grass&#10;&#10;Description automatically generated">
            <a:extLst>
              <a:ext uri="{FF2B5EF4-FFF2-40B4-BE49-F238E27FC236}">
                <a16:creationId xmlns:a16="http://schemas.microsoft.com/office/drawing/2014/main" id="{DBF2D86A-A44D-CDAE-9665-F4BFF676E9E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8644891"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18504"/>
          </a:xfrm>
          <a:prstGeom prst="rect">
            <a:avLst/>
          </a:prstGeom>
          <a:solidFill>
            <a:srgbClr val="73234B"/>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EB7BBE"/>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4290389504"/>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7">
    <p:spTree>
      <p:nvGrpSpPr>
        <p:cNvPr id="1" name=""/>
        <p:cNvGrpSpPr/>
        <p:nvPr/>
      </p:nvGrpSpPr>
      <p:grpSpPr>
        <a:xfrm>
          <a:off x="0" y="0"/>
          <a:ext cx="0" cy="0"/>
          <a:chOff x="0" y="0"/>
          <a:chExt cx="0" cy="0"/>
        </a:xfrm>
      </p:grpSpPr>
      <p:pic>
        <p:nvPicPr>
          <p:cNvPr id="4" name="Picture 3" descr="A multi-story building with colorful balconies&#10;&#10;Description automatically generated">
            <a:extLst>
              <a:ext uri="{FF2B5EF4-FFF2-40B4-BE49-F238E27FC236}">
                <a16:creationId xmlns:a16="http://schemas.microsoft.com/office/drawing/2014/main" id="{90EADEC2-C4A9-6F30-E874-B83B9B07C3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917999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18504"/>
          </a:xfrm>
          <a:prstGeom prst="rect">
            <a:avLst/>
          </a:prstGeom>
          <a:solidFill>
            <a:srgbClr val="73234B"/>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EB7BBE"/>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711483716"/>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7">
    <p:spTree>
      <p:nvGrpSpPr>
        <p:cNvPr id="1" name=""/>
        <p:cNvGrpSpPr/>
        <p:nvPr/>
      </p:nvGrpSpPr>
      <p:grpSpPr>
        <a:xfrm>
          <a:off x="0" y="0"/>
          <a:ext cx="0" cy="0"/>
          <a:chOff x="0" y="0"/>
          <a:chExt cx="0" cy="0"/>
        </a:xfrm>
      </p:grpSpPr>
      <p:pic>
        <p:nvPicPr>
          <p:cNvPr id="4" name="Picture 3" descr="A person holding a file&#10;&#10;Description automatically generated">
            <a:extLst>
              <a:ext uri="{FF2B5EF4-FFF2-40B4-BE49-F238E27FC236}">
                <a16:creationId xmlns:a16="http://schemas.microsoft.com/office/drawing/2014/main" id="{F3379736-BE03-EE69-3641-E7C70EC45D7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1999"/>
            <a:ext cx="9163400"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73234B"/>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EB7BBE"/>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864506695"/>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7">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rgbClr val="73234B"/>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2492411636"/>
      </p:ext>
    </p:extLst>
  </p:cSld>
  <p:clrMapOvr>
    <a:masterClrMapping/>
  </p:clrMapOvr>
  <p:extLst>
    <p:ext uri="{DCECCB84-F9BA-43D5-87BE-67443E8EF086}">
      <p15:sldGuideLst xmlns:p15="http://schemas.microsoft.com/office/powerpoint/2012/main"/>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Cover_style8">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chemeClr val="accent1"/>
          </a:solidFill>
        </p:spPr>
        <p:txBody>
          <a:bodyPr lIns="180000" tIns="144000" rIns="144000" bIns="144000"/>
          <a:lstStyle>
            <a:lvl1pPr marL="0">
              <a:lnSpc>
                <a:spcPts val="1400"/>
              </a:lnSpc>
              <a:spcAft>
                <a:spcPts val="0"/>
              </a:spcAft>
              <a:buFontTx/>
              <a:buNone/>
              <a:defRPr sz="1200" b="1">
                <a:solidFill>
                  <a:schemeClr val="bg1"/>
                </a:solidFill>
              </a:defRPr>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C8C8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2" name="Picture Placeholder 3">
            <a:extLst>
              <a:ext uri="{FF2B5EF4-FFF2-40B4-BE49-F238E27FC236}">
                <a16:creationId xmlns:a16="http://schemas.microsoft.com/office/drawing/2014/main" id="{64F25102-8019-71BA-8F07-A5D0AFCC24B8}"/>
              </a:ext>
            </a:extLst>
          </p:cNvPr>
          <p:cNvSpPr>
            <a:spLocks noGrp="1"/>
          </p:cNvSpPr>
          <p:nvPr>
            <p:ph type="pic" sz="quarter" idx="14" hasCustomPrompt="1"/>
          </p:nvPr>
        </p:nvSpPr>
        <p:spPr>
          <a:xfrm>
            <a:off x="541336" y="5094185"/>
            <a:ext cx="1755195" cy="809625"/>
          </a:xfrm>
        </p:spPr>
        <p:txBody>
          <a:bodyPr anchor="ctr" anchorCtr="0"/>
          <a:lstStyle>
            <a:lvl1pPr algn="ctr">
              <a:lnSpc>
                <a:spcPts val="1600"/>
              </a:lnSpc>
              <a:defRPr sz="1400">
                <a:solidFill>
                  <a:schemeClr val="bg1"/>
                </a:solidFill>
              </a:defRPr>
            </a:lvl1pPr>
          </a:lstStyle>
          <a:p>
            <a:r>
              <a:rPr lang="en-AU" dirty="0"/>
              <a:t>Click icon to Insert Partner logo </a:t>
            </a:r>
          </a:p>
        </p:txBody>
      </p:sp>
      <p:sp>
        <p:nvSpPr>
          <p:cNvPr id="3" name="Picture Placeholder 3">
            <a:extLst>
              <a:ext uri="{FF2B5EF4-FFF2-40B4-BE49-F238E27FC236}">
                <a16:creationId xmlns:a16="http://schemas.microsoft.com/office/drawing/2014/main" id="{D7C73486-B521-47A0-AF9D-6971811ACFA4}"/>
              </a:ext>
            </a:extLst>
          </p:cNvPr>
          <p:cNvSpPr>
            <a:spLocks noGrp="1"/>
          </p:cNvSpPr>
          <p:nvPr>
            <p:ph type="pic" sz="quarter" idx="15" hasCustomPrompt="1"/>
          </p:nvPr>
        </p:nvSpPr>
        <p:spPr>
          <a:xfrm>
            <a:off x="258579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4" name="Picture Placeholder 3">
            <a:extLst>
              <a:ext uri="{FF2B5EF4-FFF2-40B4-BE49-F238E27FC236}">
                <a16:creationId xmlns:a16="http://schemas.microsoft.com/office/drawing/2014/main" id="{C5047982-B5C9-3137-D959-134494D799BE}"/>
              </a:ext>
            </a:extLst>
          </p:cNvPr>
          <p:cNvSpPr>
            <a:spLocks noGrp="1"/>
          </p:cNvSpPr>
          <p:nvPr>
            <p:ph type="pic" sz="quarter" idx="16" hasCustomPrompt="1"/>
          </p:nvPr>
        </p:nvSpPr>
        <p:spPr>
          <a:xfrm>
            <a:off x="463025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8" name="Text Placeholder 10">
            <a:extLst>
              <a:ext uri="{FF2B5EF4-FFF2-40B4-BE49-F238E27FC236}">
                <a16:creationId xmlns:a16="http://schemas.microsoft.com/office/drawing/2014/main" id="{28B770AB-4E41-97A4-BC8B-8232D6165CC4}"/>
              </a:ext>
            </a:extLst>
          </p:cNvPr>
          <p:cNvSpPr>
            <a:spLocks noGrp="1"/>
          </p:cNvSpPr>
          <p:nvPr>
            <p:ph type="body" sz="quarter" idx="17"/>
          </p:nvPr>
        </p:nvSpPr>
        <p:spPr>
          <a:xfrm>
            <a:off x="541335" y="5993730"/>
            <a:ext cx="5844115" cy="405600"/>
          </a:xfrm>
        </p:spPr>
        <p:txBody>
          <a:bodyPr/>
          <a:lstStyle>
            <a:lvl1pPr marL="0">
              <a:lnSpc>
                <a:spcPts val="1600"/>
              </a:lnSpc>
              <a:spcAft>
                <a:spcPts val="0"/>
              </a:spcAft>
              <a:buFontTx/>
              <a:buNone/>
              <a:defRPr sz="1400">
                <a:solidFill>
                  <a:schemeClr val="bg1"/>
                </a:solidFill>
              </a:defRPr>
            </a:lvl1pPr>
            <a:lvl2pPr marL="0">
              <a:lnSpc>
                <a:spcPts val="1600"/>
              </a:lnSpc>
              <a:spcAft>
                <a:spcPts val="0"/>
              </a:spcAft>
              <a:buFontTx/>
              <a:buNone/>
              <a:defRPr sz="1400">
                <a:solidFill>
                  <a:schemeClr val="bg1"/>
                </a:solidFill>
              </a:defRPr>
            </a:lvl2pPr>
            <a:lvl3pPr marL="0" indent="0">
              <a:lnSpc>
                <a:spcPts val="1600"/>
              </a:lnSpc>
              <a:spcAft>
                <a:spcPts val="0"/>
              </a:spcAft>
              <a:buFontTx/>
              <a:buNone/>
              <a:defRPr sz="1400">
                <a:solidFill>
                  <a:schemeClr val="bg1"/>
                </a:solidFill>
              </a:defRPr>
            </a:lvl3pPr>
            <a:lvl4pPr marL="0" indent="0">
              <a:lnSpc>
                <a:spcPts val="1600"/>
              </a:lnSpc>
              <a:spcAft>
                <a:spcPts val="0"/>
              </a:spcAft>
              <a:buFontTx/>
              <a:buNone/>
              <a:defRPr sz="1400">
                <a:solidFill>
                  <a:schemeClr val="bg1"/>
                </a:solidFill>
              </a:defRPr>
            </a:lvl4pPr>
            <a:lvl5pPr marL="0" indent="0">
              <a:lnSpc>
                <a:spcPts val="1600"/>
              </a:lnSpc>
              <a:spcAft>
                <a:spcPts val="0"/>
              </a:spcAft>
              <a:buFontTx/>
              <a:buNone/>
              <a:defRPr sz="1400">
                <a:solidFill>
                  <a:schemeClr val="bg1"/>
                </a:solidFill>
              </a:defRPr>
            </a:lvl5pPr>
            <a:lvl6pPr marL="0" indent="0">
              <a:lnSpc>
                <a:spcPts val="1600"/>
              </a:lnSpc>
              <a:spcAft>
                <a:spcPts val="0"/>
              </a:spcAft>
              <a:buFontTx/>
              <a:buNone/>
              <a:defRPr sz="1400">
                <a:solidFill>
                  <a:schemeClr val="bg1"/>
                </a:solidFill>
              </a:defRPr>
            </a:lvl6pPr>
            <a:lvl7pPr marL="0" indent="0">
              <a:lnSpc>
                <a:spcPts val="1600"/>
              </a:lnSpc>
              <a:spcAft>
                <a:spcPts val="0"/>
              </a:spcAft>
              <a:buFontTx/>
              <a:buNone/>
              <a:defRPr sz="1400">
                <a:solidFill>
                  <a:schemeClr val="bg1"/>
                </a:solidFill>
              </a:defRPr>
            </a:lvl7pPr>
            <a:lvl8pPr marL="0" indent="0">
              <a:lnSpc>
                <a:spcPts val="1600"/>
              </a:lnSpc>
              <a:spcAft>
                <a:spcPts val="0"/>
              </a:spcAft>
              <a:buFontTx/>
              <a:buNone/>
              <a:defRPr sz="1400">
                <a:solidFill>
                  <a:schemeClr val="bg1"/>
                </a:solidFill>
              </a:defRPr>
            </a:lvl8pPr>
            <a:lvl9pPr marL="0" indent="0">
              <a:lnSpc>
                <a:spcPts val="1600"/>
              </a:lnSpc>
              <a:spcAft>
                <a:spcPts val="0"/>
              </a:spcAft>
              <a:buFontTx/>
              <a:buNone/>
              <a:defRPr sz="14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400154552"/>
      </p:ext>
    </p:extLst>
  </p:cSld>
  <p:clrMapOvr>
    <a:masterClrMapping/>
  </p:clrMapOvr>
  <p:extLst>
    <p:ext uri="{DCECCB84-F9BA-43D5-87BE-67443E8EF086}">
      <p15:sldGuideLst xmlns:p15="http://schemas.microsoft.com/office/powerpoint/2012/main"/>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8">
    <p:spTree>
      <p:nvGrpSpPr>
        <p:cNvPr id="1" name=""/>
        <p:cNvGrpSpPr/>
        <p:nvPr/>
      </p:nvGrpSpPr>
      <p:grpSpPr>
        <a:xfrm>
          <a:off x="0" y="0"/>
          <a:ext cx="0" cy="0"/>
          <a:chOff x="0" y="0"/>
          <a:chExt cx="0" cy="0"/>
        </a:xfrm>
      </p:grpSpPr>
      <p:pic>
        <p:nvPicPr>
          <p:cNvPr id="4" name="Picture 3" descr="A person walking past a building&#10;&#10;Description automatically generated">
            <a:extLst>
              <a:ext uri="{FF2B5EF4-FFF2-40B4-BE49-F238E27FC236}">
                <a16:creationId xmlns:a16="http://schemas.microsoft.com/office/drawing/2014/main" id="{D5753130-04CA-4F8F-7BD2-B29CCF71ABB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2000"/>
            <a:ext cx="916535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810767275"/>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8">
    <p:spTree>
      <p:nvGrpSpPr>
        <p:cNvPr id="1" name=""/>
        <p:cNvGrpSpPr/>
        <p:nvPr/>
      </p:nvGrpSpPr>
      <p:grpSpPr>
        <a:xfrm>
          <a:off x="0" y="0"/>
          <a:ext cx="0" cy="0"/>
          <a:chOff x="0" y="0"/>
          <a:chExt cx="0" cy="0"/>
        </a:xfrm>
      </p:grpSpPr>
      <p:pic>
        <p:nvPicPr>
          <p:cNvPr id="9" name="Picture 8" descr="A sculpture outside of a building&#10;&#10;Description automatically generated">
            <a:extLst>
              <a:ext uri="{FF2B5EF4-FFF2-40B4-BE49-F238E27FC236}">
                <a16:creationId xmlns:a16="http://schemas.microsoft.com/office/drawing/2014/main" id="{5BC26AC2-AAA3-E94F-770E-788A91004B3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8303936"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2942469683"/>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8">
    <p:spTree>
      <p:nvGrpSpPr>
        <p:cNvPr id="1" name=""/>
        <p:cNvGrpSpPr/>
        <p:nvPr/>
      </p:nvGrpSpPr>
      <p:grpSpPr>
        <a:xfrm>
          <a:off x="0" y="0"/>
          <a:ext cx="0" cy="0"/>
          <a:chOff x="0" y="0"/>
          <a:chExt cx="0" cy="0"/>
        </a:xfrm>
      </p:grpSpPr>
      <p:pic>
        <p:nvPicPr>
          <p:cNvPr id="4" name="Picture 3" descr="A person cleaning a surface&#10;&#10;Description automatically generated">
            <a:extLst>
              <a:ext uri="{FF2B5EF4-FFF2-40B4-BE49-F238E27FC236}">
                <a16:creationId xmlns:a16="http://schemas.microsoft.com/office/drawing/2014/main" id="{F496D6BF-DBBA-5AEF-EF97-08D170EF1C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1999"/>
            <a:ext cx="9102391"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71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056450312"/>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8">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3314554331"/>
      </p:ext>
    </p:extLst>
  </p:cSld>
  <p:clrMapOvr>
    <a:masterClrMapping/>
  </p:clrMapOvr>
  <p:extLst>
    <p:ext uri="{DCECCB84-F9BA-43D5-87BE-67443E8EF086}">
      <p15:sldGuideLst xmlns:p15="http://schemas.microsoft.com/office/powerpoint/2012/main"/>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AF5FD65-719B-D18F-F8E8-E39C71BCBD2F}"/>
              </a:ext>
            </a:extLst>
          </p:cNvPr>
          <p:cNvSpPr>
            <a:spLocks noGrp="1"/>
          </p:cNvSpPr>
          <p:nvPr>
            <p:ph type="title"/>
          </p:nvPr>
        </p:nvSpPr>
        <p:spPr/>
        <p:txBody>
          <a:bodyPr/>
          <a:lstStyle/>
          <a:p>
            <a:r>
              <a:rPr lang="en-US"/>
              <a:t>Click to edit Master title style</a:t>
            </a:r>
            <a:endParaRPr lang="en-AU"/>
          </a:p>
        </p:txBody>
      </p:sp>
      <p:sp>
        <p:nvSpPr>
          <p:cNvPr id="2" name="Footer Placeholder 1">
            <a:extLst>
              <a:ext uri="{FF2B5EF4-FFF2-40B4-BE49-F238E27FC236}">
                <a16:creationId xmlns:a16="http://schemas.microsoft.com/office/drawing/2014/main" id="{AEAC15A5-6D74-A5DE-3613-65783B641150}"/>
              </a:ext>
            </a:extLst>
          </p:cNvPr>
          <p:cNvSpPr>
            <a:spLocks noGrp="1"/>
          </p:cNvSpPr>
          <p:nvPr>
            <p:ph type="ftr" sz="quarter" idx="13"/>
          </p:nvPr>
        </p:nvSpPr>
        <p:spPr/>
        <p:txBody>
          <a:bodyPr/>
          <a:lstStyle/>
          <a:p>
            <a:r>
              <a:rPr lang="en-AU"/>
              <a:t>[Insert Identifier] | [Insert Report Title]</a:t>
            </a:r>
            <a:endParaRPr lang="en-AU" dirty="0"/>
          </a:p>
        </p:txBody>
      </p:sp>
      <p:sp>
        <p:nvSpPr>
          <p:cNvPr id="4" name="Slide Number Placeholder 3">
            <a:extLst>
              <a:ext uri="{FF2B5EF4-FFF2-40B4-BE49-F238E27FC236}">
                <a16:creationId xmlns:a16="http://schemas.microsoft.com/office/drawing/2014/main" id="{435F3ED5-6AAA-3BC2-D5BA-F3F1F1F148E4}"/>
              </a:ext>
            </a:extLst>
          </p:cNvPr>
          <p:cNvSpPr>
            <a:spLocks noGrp="1"/>
          </p:cNvSpPr>
          <p:nvPr>
            <p:ph type="sldNum" sz="quarter" idx="14"/>
          </p:nvPr>
        </p:nvSpPr>
        <p:spPr/>
        <p:txBody>
          <a:bodyPr/>
          <a:lstStyle/>
          <a:p>
            <a:r>
              <a:rPr lang="en-AU"/>
              <a:t>Page [</a:t>
            </a:r>
            <a:fld id="{29D5CE74-914C-4689-99FC-1AEF49CE2B47}" type="slidenum">
              <a:rPr smtClean="0"/>
              <a:pPr/>
              <a:t>‹#›</a:t>
            </a:fld>
            <a:r>
              <a:t>]</a:t>
            </a:r>
            <a:endParaRPr lang="en-AU" dirty="0"/>
          </a:p>
        </p:txBody>
      </p:sp>
    </p:spTree>
    <p:extLst>
      <p:ext uri="{BB962C8B-B14F-4D97-AF65-F5344CB8AC3E}">
        <p14:creationId xmlns:p14="http://schemas.microsoft.com/office/powerpoint/2010/main" val="546547936"/>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61" Type="http://schemas.openxmlformats.org/officeDocument/2006/relationships/theme" Target="../theme/theme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0267260" y="6437192"/>
            <a:ext cx="1579139" cy="216000"/>
          </a:xfrm>
          <a:prstGeom prst="rect">
            <a:avLst/>
          </a:prstGeom>
        </p:spPr>
        <p:txBody>
          <a:bodyPr vert="horz" lIns="0" tIns="0" rIns="0" bIns="0" rtlCol="0" anchor="ctr"/>
          <a:lstStyle>
            <a:lvl1pPr algn="r">
              <a:lnSpc>
                <a:spcPts val="1200"/>
              </a:lnSpc>
              <a:defRPr lang="en-AU" sz="1000" b="1" smtClean="0">
                <a:solidFill>
                  <a:schemeClr val="bg2"/>
                </a:solidFill>
                <a:latin typeface="+mn-lt"/>
                <a:cs typeface="Arial" pitchFamily="34" charset="0"/>
              </a:defRPr>
            </a:lvl1pPr>
          </a:lstStyle>
          <a:p>
            <a:r>
              <a:rPr lang="en-AU" dirty="0"/>
              <a:t>Page [</a:t>
            </a:r>
            <a:fld id="{29D5CE74-914C-4689-99FC-1AEF49CE2B47}" type="slidenum">
              <a:rPr smtClean="0"/>
              <a:pPr/>
              <a:t>‹#›</a:t>
            </a:fld>
            <a:r>
              <a:rPr dirty="0"/>
              <a:t>]</a:t>
            </a:r>
            <a:endParaRPr lang="en-AU" dirty="0"/>
          </a:p>
        </p:txBody>
      </p:sp>
      <p:sp>
        <p:nvSpPr>
          <p:cNvPr id="4" name="Footer Placeholder 3">
            <a:extLst>
              <a:ext uri="{FF2B5EF4-FFF2-40B4-BE49-F238E27FC236}">
                <a16:creationId xmlns:a16="http://schemas.microsoft.com/office/drawing/2014/main" id="{D379F384-E22A-4C04-2D3F-76823C04012A}"/>
              </a:ext>
            </a:extLst>
          </p:cNvPr>
          <p:cNvSpPr>
            <a:spLocks noGrp="1"/>
          </p:cNvSpPr>
          <p:nvPr>
            <p:ph type="ftr" sz="quarter" idx="3"/>
          </p:nvPr>
        </p:nvSpPr>
        <p:spPr>
          <a:xfrm>
            <a:off x="345600" y="6437192"/>
            <a:ext cx="4114800" cy="216000"/>
          </a:xfrm>
          <a:prstGeom prst="rect">
            <a:avLst/>
          </a:prstGeom>
        </p:spPr>
        <p:txBody>
          <a:bodyPr vert="horz" lIns="0" tIns="0" rIns="0" bIns="0" rtlCol="0" anchor="ctr"/>
          <a:lstStyle>
            <a:lvl1pPr algn="l">
              <a:lnSpc>
                <a:spcPts val="1200"/>
              </a:lnSpc>
              <a:defRPr sz="1000" b="1">
                <a:solidFill>
                  <a:schemeClr val="bg2"/>
                </a:solidFill>
              </a:defRPr>
            </a:lvl1pPr>
          </a:lstStyle>
          <a:p>
            <a:r>
              <a:rPr lang="en-AU" dirty="0"/>
              <a:t>[Insert Identifier] | [Insert Report Title]</a:t>
            </a:r>
          </a:p>
        </p:txBody>
      </p:sp>
      <p:sp>
        <p:nvSpPr>
          <p:cNvPr id="3" name="Text Placeholder 2"/>
          <p:cNvSpPr>
            <a:spLocks noGrp="1"/>
          </p:cNvSpPr>
          <p:nvPr>
            <p:ph type="body" idx="1"/>
          </p:nvPr>
        </p:nvSpPr>
        <p:spPr>
          <a:xfrm>
            <a:off x="345600" y="1870255"/>
            <a:ext cx="11501912" cy="4273200"/>
          </a:xfrm>
          <a:prstGeom prst="rect">
            <a:avLst/>
          </a:prstGeom>
        </p:spPr>
        <p:txBody>
          <a:bodyPr vert="horz" lIns="0" tIns="0" rIns="0" bIns="0" rtlCol="0">
            <a:noAutofit/>
          </a:bodyPr>
          <a:lstStyle/>
          <a:p>
            <a:pPr lvl="0"/>
            <a:r>
              <a:rPr lang="en-AU" noProof="0" dirty="0"/>
              <a:t>Use the increase/decrease list level buttons to change styles</a:t>
            </a:r>
          </a:p>
          <a:p>
            <a:pPr lvl="1"/>
            <a:r>
              <a:rPr lang="en-AU" noProof="0" dirty="0"/>
              <a:t>Second level</a:t>
            </a:r>
          </a:p>
          <a:p>
            <a:pPr lvl="2"/>
            <a:r>
              <a:rPr lang="en-AU" noProof="0" dirty="0"/>
              <a:t>Third level</a:t>
            </a:r>
          </a:p>
          <a:p>
            <a:pPr lvl="3"/>
            <a:r>
              <a:rPr lang="en-AU" noProof="0" dirty="0"/>
              <a:t>Fourth level</a:t>
            </a:r>
          </a:p>
          <a:p>
            <a:pPr lvl="4"/>
            <a:r>
              <a:rPr lang="en-AU" noProof="0" dirty="0"/>
              <a:t>Fifth level</a:t>
            </a:r>
          </a:p>
          <a:p>
            <a:pPr lvl="5"/>
            <a:r>
              <a:rPr lang="en-AU" noProof="0" dirty="0"/>
              <a:t>Sixth level</a:t>
            </a:r>
          </a:p>
          <a:p>
            <a:pPr lvl="6"/>
            <a:r>
              <a:rPr lang="en-AU" noProof="0" dirty="0"/>
              <a:t>Seventh level</a:t>
            </a:r>
          </a:p>
          <a:p>
            <a:pPr lvl="7"/>
            <a:r>
              <a:rPr lang="en-AU" noProof="0" dirty="0"/>
              <a:t>Eighth level</a:t>
            </a:r>
          </a:p>
          <a:p>
            <a:pPr lvl="8"/>
            <a:r>
              <a:rPr lang="en-AU" noProof="0" dirty="0"/>
              <a:t>Ninth level</a:t>
            </a:r>
          </a:p>
        </p:txBody>
      </p:sp>
      <p:pic>
        <p:nvPicPr>
          <p:cNvPr id="8" name="Picture Placeholder 10" descr="Logo&#10;&#10;Description automatically generated">
            <a:extLst>
              <a:ext uri="{FF2B5EF4-FFF2-40B4-BE49-F238E27FC236}">
                <a16:creationId xmlns:a16="http://schemas.microsoft.com/office/drawing/2014/main" id="{186FA8D1-9047-12AF-8731-019C3A7101D9}"/>
              </a:ext>
            </a:extLst>
          </p:cNvPr>
          <p:cNvPicPr>
            <a:picLocks noChangeAspect="1"/>
          </p:cNvPicPr>
          <p:nvPr userDrawn="1"/>
        </p:nvPicPr>
        <p:blipFill rotWithShape="1">
          <a:blip r:embed="rId62" cstate="print">
            <a:extLst>
              <a:ext uri="{28A0092B-C50C-407E-A947-70E740481C1C}">
                <a14:useLocalDpi xmlns:a14="http://schemas.microsoft.com/office/drawing/2010/main" val="0"/>
              </a:ext>
            </a:extLst>
          </a:blip>
          <a:srcRect l="65" r="65"/>
          <a:stretch/>
        </p:blipFill>
        <p:spPr>
          <a:xfrm>
            <a:off x="10635412" y="342000"/>
            <a:ext cx="1222350" cy="1223793"/>
          </a:xfrm>
          <a:prstGeom prst="rect">
            <a:avLst/>
          </a:prstGeom>
        </p:spPr>
      </p:pic>
      <p:sp>
        <p:nvSpPr>
          <p:cNvPr id="2" name="Title Placeholder 1"/>
          <p:cNvSpPr>
            <a:spLocks noGrp="1"/>
          </p:cNvSpPr>
          <p:nvPr>
            <p:ph type="title"/>
          </p:nvPr>
        </p:nvSpPr>
        <p:spPr>
          <a:xfrm>
            <a:off x="345600" y="342000"/>
            <a:ext cx="9695205" cy="531544"/>
          </a:xfrm>
          <a:prstGeom prst="rect">
            <a:avLst/>
          </a:prstGeom>
        </p:spPr>
        <p:txBody>
          <a:bodyPr vert="horz" lIns="0" tIns="0" rIns="0" bIns="0" rtlCol="0" anchor="t">
            <a:noAutofit/>
          </a:bodyPr>
          <a:lstStyle/>
          <a:p>
            <a:r>
              <a:rPr lang="en-US" noProof="0"/>
              <a:t>Click to edit Master title style</a:t>
            </a:r>
            <a:endParaRPr lang="en-AU" noProof="0" dirty="0"/>
          </a:p>
        </p:txBody>
      </p:sp>
    </p:spTree>
    <p:extLst>
      <p:ext uri="{BB962C8B-B14F-4D97-AF65-F5344CB8AC3E}">
        <p14:creationId xmlns:p14="http://schemas.microsoft.com/office/powerpoint/2010/main" val="2063454087"/>
      </p:ext>
    </p:extLst>
  </p:cSld>
  <p:clrMap bg1="lt1" tx1="dk1" bg2="lt2" tx2="dk2" accent1="accent1" accent2="accent2" accent3="accent3" accent4="accent4" accent5="accent5" accent6="accent6" hlink="hlink" folHlink="folHlink"/>
  <p:sldLayoutIdLst>
    <p:sldLayoutId id="2147483722" r:id="rId1"/>
    <p:sldLayoutId id="2147483723" r:id="rId2"/>
    <p:sldLayoutId id="2147483725" r:id="rId3"/>
    <p:sldLayoutId id="2147483724" r:id="rId4"/>
    <p:sldLayoutId id="2147483726" r:id="rId5"/>
    <p:sldLayoutId id="2147483727" r:id="rId6"/>
    <p:sldLayoutId id="2147483728" r:id="rId7"/>
    <p:sldLayoutId id="2147483729" r:id="rId8"/>
    <p:sldLayoutId id="2147483730" r:id="rId9"/>
    <p:sldLayoutId id="2147483731" r:id="rId10"/>
    <p:sldLayoutId id="2147483682" r:id="rId11"/>
    <p:sldLayoutId id="2147483732" r:id="rId12"/>
    <p:sldLayoutId id="2147483733" r:id="rId13"/>
    <p:sldLayoutId id="2147483718" r:id="rId14"/>
    <p:sldLayoutId id="2147483719" r:id="rId15"/>
    <p:sldLayoutId id="2147483721" r:id="rId16"/>
    <p:sldLayoutId id="2147483673" r:id="rId17"/>
    <p:sldLayoutId id="2147483659" r:id="rId18"/>
    <p:sldLayoutId id="2147483720" r:id="rId19"/>
    <p:sldLayoutId id="2147483664" r:id="rId20"/>
    <p:sldLayoutId id="2147483710" r:id="rId21"/>
    <p:sldLayoutId id="2147483711" r:id="rId22"/>
    <p:sldLayoutId id="2147483734" r:id="rId23"/>
    <p:sldLayoutId id="2147483655" r:id="rId24"/>
    <p:sldLayoutId id="2147483742" r:id="rId25"/>
    <p:sldLayoutId id="2147483736" r:id="rId26"/>
    <p:sldLayoutId id="2147483738" r:id="rId27"/>
    <p:sldLayoutId id="2147483739" r:id="rId28"/>
    <p:sldLayoutId id="2147483740" r:id="rId29"/>
    <p:sldLayoutId id="2147483743" r:id="rId30"/>
    <p:sldLayoutId id="2147483744" r:id="rId31"/>
    <p:sldLayoutId id="2147483745" r:id="rId32"/>
    <p:sldLayoutId id="2147483746" r:id="rId33"/>
    <p:sldLayoutId id="2147483747" r:id="rId34"/>
    <p:sldLayoutId id="2147483748" r:id="rId35"/>
    <p:sldLayoutId id="2147483749" r:id="rId36"/>
    <p:sldLayoutId id="2147483750" r:id="rId37"/>
    <p:sldLayoutId id="2147483751" r:id="rId38"/>
    <p:sldLayoutId id="2147483752" r:id="rId39"/>
    <p:sldLayoutId id="2147483753" r:id="rId40"/>
    <p:sldLayoutId id="2147483754" r:id="rId41"/>
    <p:sldLayoutId id="2147483755" r:id="rId42"/>
    <p:sldLayoutId id="2147483756" r:id="rId43"/>
    <p:sldLayoutId id="2147483757" r:id="rId44"/>
    <p:sldLayoutId id="2147483758" r:id="rId45"/>
    <p:sldLayoutId id="2147483759" r:id="rId46"/>
    <p:sldLayoutId id="2147483760" r:id="rId47"/>
    <p:sldLayoutId id="2147483761" r:id="rId48"/>
    <p:sldLayoutId id="2147483762" r:id="rId49"/>
    <p:sldLayoutId id="2147483763" r:id="rId50"/>
    <p:sldLayoutId id="2147483764" r:id="rId51"/>
    <p:sldLayoutId id="2147483765" r:id="rId52"/>
    <p:sldLayoutId id="2147483766" r:id="rId53"/>
    <p:sldLayoutId id="2147483767" r:id="rId54"/>
    <p:sldLayoutId id="2147483768" r:id="rId55"/>
    <p:sldLayoutId id="2147483769" r:id="rId56"/>
    <p:sldLayoutId id="2147483770" r:id="rId57"/>
    <p:sldLayoutId id="2147483771" r:id="rId58"/>
    <p:sldLayoutId id="2147483772" r:id="rId59"/>
    <p:sldLayoutId id="2147483654" r:id="rId60"/>
  </p:sldLayoutIdLst>
  <p:hf hdr="0" dt="0"/>
  <p:txStyles>
    <p:titleStyle>
      <a:lvl1pPr algn="l" defTabSz="1218804" rtl="0" eaLnBrk="1" latinLnBrk="0" hangingPunct="1">
        <a:lnSpc>
          <a:spcPts val="4000"/>
        </a:lnSpc>
        <a:spcBef>
          <a:spcPct val="0"/>
        </a:spcBef>
        <a:buNone/>
        <a:defRPr sz="3600" b="1" kern="1200">
          <a:solidFill>
            <a:schemeClr val="bg2"/>
          </a:solidFill>
          <a:latin typeface="+mj-lt"/>
          <a:ea typeface="+mj-ea"/>
          <a:cs typeface="Arial" pitchFamily="34" charset="0"/>
        </a:defRPr>
      </a:lvl1pPr>
    </p:titleStyle>
    <p:bodyStyle>
      <a:lvl1pPr marL="0" indent="0" algn="l" defTabSz="1218804" rtl="0" eaLnBrk="1" latinLnBrk="0" hangingPunct="1">
        <a:lnSpc>
          <a:spcPts val="2400"/>
        </a:lnSpc>
        <a:spcBef>
          <a:spcPts val="0"/>
        </a:spcBef>
        <a:spcAft>
          <a:spcPts val="600"/>
        </a:spcAft>
        <a:buFont typeface="Arial" pitchFamily="34" charset="0"/>
        <a:buNone/>
        <a:defRPr sz="2200" b="1" kern="1200" baseline="0">
          <a:solidFill>
            <a:schemeClr val="bg2"/>
          </a:solidFill>
          <a:latin typeface="+mn-lt"/>
          <a:ea typeface="+mn-ea"/>
          <a:cs typeface="Arial" pitchFamily="34" charset="0"/>
        </a:defRPr>
      </a:lvl1pPr>
      <a:lvl2pPr marL="0" indent="0" algn="l" defTabSz="1218804" rtl="0" eaLnBrk="1" latinLnBrk="0" hangingPunct="1">
        <a:lnSpc>
          <a:spcPts val="2400"/>
        </a:lnSpc>
        <a:spcBef>
          <a:spcPts val="0"/>
        </a:spcBef>
        <a:spcAft>
          <a:spcPts val="600"/>
        </a:spcAft>
        <a:buClr>
          <a:schemeClr val="accent1"/>
        </a:buClr>
        <a:buSzPct val="100000"/>
        <a:buFontTx/>
        <a:buNone/>
        <a:defRPr sz="2200" kern="1200">
          <a:solidFill>
            <a:schemeClr val="bg2"/>
          </a:solidFill>
          <a:latin typeface="+mn-lt"/>
          <a:ea typeface="+mn-ea"/>
          <a:cs typeface="Arial" pitchFamily="34" charset="0"/>
        </a:defRPr>
      </a:lvl2pPr>
      <a:lvl3pPr marL="0" indent="-239922" algn="l" defTabSz="1218804" rtl="0" eaLnBrk="1" latinLnBrk="0" hangingPunct="1">
        <a:lnSpc>
          <a:spcPts val="2600"/>
        </a:lnSpc>
        <a:spcBef>
          <a:spcPts val="0"/>
        </a:spcBef>
        <a:spcAft>
          <a:spcPts val="600"/>
        </a:spcAft>
        <a:buClr>
          <a:srgbClr val="2C421D"/>
        </a:buClr>
        <a:buSzPct val="100000"/>
        <a:buFont typeface="Arial" panose="020B0604020202020204" pitchFamily="34" charset="0"/>
        <a:buChar char="•"/>
        <a:defRPr sz="2400" kern="1200">
          <a:solidFill>
            <a:schemeClr val="bg2"/>
          </a:solidFill>
          <a:latin typeface="+mn-lt"/>
          <a:ea typeface="+mn-ea"/>
          <a:cs typeface="Arial" pitchFamily="34" charset="0"/>
        </a:defRPr>
      </a:lvl3pPr>
      <a:lvl4pPr marL="4788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4pPr>
      <a:lvl5pPr marL="7200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baseline="0">
          <a:solidFill>
            <a:schemeClr val="bg2"/>
          </a:solidFill>
          <a:latin typeface="+mn-lt"/>
          <a:ea typeface="+mn-ea"/>
          <a:cs typeface="Arial" pitchFamily="34" charset="0"/>
        </a:defRPr>
      </a:lvl5pPr>
      <a:lvl6pPr marL="9612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6pPr>
      <a:lvl7pPr marL="11988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7pPr>
      <a:lvl8pPr marL="14400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8pPr>
      <a:lvl9pPr marL="16812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9pPr>
    </p:bodyStyle>
    <p:otherStyle>
      <a:defPPr>
        <a:defRPr lang="en-US"/>
      </a:defPPr>
      <a:lvl1pPr marL="0" algn="l" defTabSz="1218804" rtl="0" eaLnBrk="1" latinLnBrk="0" hangingPunct="1">
        <a:defRPr sz="1200" kern="1200">
          <a:solidFill>
            <a:schemeClr val="tx1"/>
          </a:solidFill>
          <a:latin typeface="+mn-lt"/>
          <a:ea typeface="+mn-ea"/>
          <a:cs typeface="+mn-cs"/>
        </a:defRPr>
      </a:lvl1pPr>
      <a:lvl2pPr marL="609402" algn="l" defTabSz="1218804" rtl="0" eaLnBrk="1" latinLnBrk="0" hangingPunct="1">
        <a:defRPr sz="1200" kern="1200">
          <a:solidFill>
            <a:schemeClr val="tx1"/>
          </a:solidFill>
          <a:latin typeface="+mn-lt"/>
          <a:ea typeface="+mn-ea"/>
          <a:cs typeface="+mn-cs"/>
        </a:defRPr>
      </a:lvl2pPr>
      <a:lvl3pPr marL="1218804" algn="l" defTabSz="1218804" rtl="0" eaLnBrk="1" latinLnBrk="0" hangingPunct="1">
        <a:defRPr sz="1200" kern="1200">
          <a:solidFill>
            <a:schemeClr val="tx1"/>
          </a:solidFill>
          <a:latin typeface="+mn-lt"/>
          <a:ea typeface="+mn-ea"/>
          <a:cs typeface="+mn-cs"/>
        </a:defRPr>
      </a:lvl3pPr>
      <a:lvl4pPr marL="1828206" algn="l" defTabSz="1218804" rtl="0" eaLnBrk="1" latinLnBrk="0" hangingPunct="1">
        <a:defRPr sz="1200" kern="1200">
          <a:solidFill>
            <a:schemeClr val="tx1"/>
          </a:solidFill>
          <a:latin typeface="+mn-lt"/>
          <a:ea typeface="+mn-ea"/>
          <a:cs typeface="+mn-cs"/>
        </a:defRPr>
      </a:lvl4pPr>
      <a:lvl5pPr marL="2437608" algn="l" defTabSz="1218804" rtl="0" eaLnBrk="1" latinLnBrk="0" hangingPunct="1">
        <a:defRPr sz="1200" kern="1200">
          <a:solidFill>
            <a:schemeClr val="tx1"/>
          </a:solidFill>
          <a:latin typeface="+mn-lt"/>
          <a:ea typeface="+mn-ea"/>
          <a:cs typeface="+mn-cs"/>
        </a:defRPr>
      </a:lvl5pPr>
      <a:lvl6pPr marL="3047009" algn="l" defTabSz="1218804" rtl="0" eaLnBrk="1" latinLnBrk="0" hangingPunct="1">
        <a:defRPr sz="1200" kern="1200">
          <a:solidFill>
            <a:schemeClr val="tx1"/>
          </a:solidFill>
          <a:latin typeface="+mn-lt"/>
          <a:ea typeface="+mn-ea"/>
          <a:cs typeface="+mn-cs"/>
        </a:defRPr>
      </a:lvl6pPr>
      <a:lvl7pPr marL="3656411" algn="l" defTabSz="1218804" rtl="0" eaLnBrk="1" latinLnBrk="0" hangingPunct="1">
        <a:defRPr sz="1200" kern="1200">
          <a:solidFill>
            <a:schemeClr val="tx1"/>
          </a:solidFill>
          <a:latin typeface="+mn-lt"/>
          <a:ea typeface="+mn-ea"/>
          <a:cs typeface="+mn-cs"/>
        </a:defRPr>
      </a:lvl7pPr>
      <a:lvl8pPr marL="4265813" algn="l" defTabSz="1218804" rtl="0" eaLnBrk="1" latinLnBrk="0" hangingPunct="1">
        <a:defRPr sz="1200" kern="1200">
          <a:solidFill>
            <a:schemeClr val="tx1"/>
          </a:solidFill>
          <a:latin typeface="+mn-lt"/>
          <a:ea typeface="+mn-ea"/>
          <a:cs typeface="+mn-cs"/>
        </a:defRPr>
      </a:lvl8pPr>
      <a:lvl9pPr marL="4875215" algn="l" defTabSz="1218804" rtl="0" eaLnBrk="1" latinLnBrk="0" hangingPunct="1">
        <a:defRPr sz="12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2" userDrawn="1">
          <p15:clr>
            <a:srgbClr val="F26B43"/>
          </p15:clr>
        </p15:guide>
        <p15:guide id="2" pos="211"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xml"/><Relationship Id="rId1" Type="http://schemas.openxmlformats.org/officeDocument/2006/relationships/slideLayout" Target="../slideLayouts/slideLayout13.xml"/><Relationship Id="rId4" Type="http://schemas.openxmlformats.org/officeDocument/2006/relationships/image" Target="../media/image33.png"/></Relationships>
</file>

<file path=ppt/slides/_rels/slide5.xml.rels><?xml version="1.0" encoding="UTF-8" standalone="yes"?>
<Relationships xmlns="http://schemas.openxmlformats.org/package/2006/relationships"><Relationship Id="rId3" Type="http://schemas.openxmlformats.org/officeDocument/2006/relationships/image" Target="../media/image34.ppm"/><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34.ppm"/><Relationship Id="rId2" Type="http://schemas.openxmlformats.org/officeDocument/2006/relationships/notesSlide" Target="../notesSlides/notesSlide6.xml"/><Relationship Id="rId1" Type="http://schemas.openxmlformats.org/officeDocument/2006/relationships/slideLayout" Target="../slideLayouts/slideLayout13.xml"/><Relationship Id="rId4" Type="http://schemas.openxmlformats.org/officeDocument/2006/relationships/image" Target="../media/image35.jpeg"/></Relationships>
</file>

<file path=ppt/slides/_rels/slide7.xml.rels><?xml version="1.0" encoding="UTF-8" standalone="yes"?>
<Relationships xmlns="http://schemas.openxmlformats.org/package/2006/relationships"><Relationship Id="rId3" Type="http://schemas.openxmlformats.org/officeDocument/2006/relationships/image" Target="../media/image34.ppm"/><Relationship Id="rId2" Type="http://schemas.openxmlformats.org/officeDocument/2006/relationships/notesSlide" Target="../notesSlides/notesSlide7.xml"/><Relationship Id="rId1" Type="http://schemas.openxmlformats.org/officeDocument/2006/relationships/slideLayout" Target="../slideLayouts/slideLayout13.xml"/><Relationship Id="rId5" Type="http://schemas.openxmlformats.org/officeDocument/2006/relationships/image" Target="../media/image36.png"/><Relationship Id="rId4" Type="http://schemas.openxmlformats.org/officeDocument/2006/relationships/image" Target="../media/image35.jpeg"/></Relationships>
</file>

<file path=ppt/slides/_rels/slide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8.xml"/><Relationship Id="rId1" Type="http://schemas.openxmlformats.org/officeDocument/2006/relationships/slideLayout" Target="../slideLayouts/slideLayout13.xml"/><Relationship Id="rId5" Type="http://schemas.openxmlformats.org/officeDocument/2006/relationships/image" Target="../media/image39.png"/><Relationship Id="rId4" Type="http://schemas.openxmlformats.org/officeDocument/2006/relationships/image" Target="../media/image38.png"/></Relationships>
</file>

<file path=ppt/slides/_rels/slide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9.xml"/><Relationship Id="rId1" Type="http://schemas.openxmlformats.org/officeDocument/2006/relationships/slideLayout" Target="../slideLayouts/slideLayout13.xml"/><Relationship Id="rId5" Type="http://schemas.openxmlformats.org/officeDocument/2006/relationships/image" Target="../media/image37.png"/><Relationship Id="rId4" Type="http://schemas.openxmlformats.org/officeDocument/2006/relationships/image" Target="../media/image39.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7.xml"/><Relationship Id="rId1" Type="http://schemas.openxmlformats.org/officeDocument/2006/relationships/slideLayout" Target="../slideLayouts/slideLayout13.xml"/><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D0319C9-5088-0D4D-07BB-014860B3693D}"/>
              </a:ext>
            </a:extLst>
          </p:cNvPr>
          <p:cNvSpPr>
            <a:spLocks noGrp="1"/>
          </p:cNvSpPr>
          <p:nvPr>
            <p:ph type="title"/>
          </p:nvPr>
        </p:nvSpPr>
        <p:spPr>
          <a:xfrm>
            <a:off x="345600" y="1916832"/>
            <a:ext cx="9001001" cy="2726013"/>
          </a:xfrm>
        </p:spPr>
        <p:txBody>
          <a:bodyPr/>
          <a:lstStyle/>
          <a:p>
            <a:r>
              <a:rPr lang="en-US" altLang="zh-CN" sz="4000" dirty="0"/>
              <a:t>Data Quality of Generative Images for Object Detection</a:t>
            </a:r>
            <a:endParaRPr lang="en-AU" sz="4000" dirty="0"/>
          </a:p>
        </p:txBody>
      </p:sp>
      <p:sp>
        <p:nvSpPr>
          <p:cNvPr id="5" name="Title 1">
            <a:extLst>
              <a:ext uri="{FF2B5EF4-FFF2-40B4-BE49-F238E27FC236}">
                <a16:creationId xmlns:a16="http://schemas.microsoft.com/office/drawing/2014/main" id="{2CFF9A49-10B0-47C1-8CC1-55BA14A84DEF}"/>
              </a:ext>
            </a:extLst>
          </p:cNvPr>
          <p:cNvSpPr txBox="1">
            <a:spLocks/>
          </p:cNvSpPr>
          <p:nvPr/>
        </p:nvSpPr>
        <p:spPr>
          <a:xfrm>
            <a:off x="345600" y="4221088"/>
            <a:ext cx="9695205" cy="531544"/>
          </a:xfrm>
          <a:prstGeom prst="rect">
            <a:avLst/>
          </a:prstGeom>
        </p:spPr>
        <p:txBody>
          <a:bodyPr vert="horz" lIns="0" tIns="0" rIns="0" bIns="0" rtlCol="0" anchor="ctr" anchorCtr="0">
            <a:noAutofit/>
          </a:bodyPr>
          <a:lstStyle>
            <a:lvl1pPr algn="l" defTabSz="1218804" rtl="0" eaLnBrk="1" latinLnBrk="0" hangingPunct="1">
              <a:lnSpc>
                <a:spcPct val="100000"/>
              </a:lnSpc>
              <a:spcBef>
                <a:spcPct val="0"/>
              </a:spcBef>
              <a:buNone/>
              <a:defRPr sz="4400" b="1" kern="1200">
                <a:solidFill>
                  <a:schemeClr val="bg1"/>
                </a:solidFill>
                <a:latin typeface="+mj-lt"/>
                <a:ea typeface="+mj-ea"/>
                <a:cs typeface="Arial" pitchFamily="34" charset="0"/>
              </a:defRPr>
            </a:lvl1pPr>
          </a:lstStyle>
          <a:p>
            <a:r>
              <a:rPr lang="en-AU" sz="2000" dirty="0"/>
              <a:t>Presenter: </a:t>
            </a:r>
            <a:r>
              <a:rPr lang="en-AU" sz="2000" dirty="0" err="1"/>
              <a:t>Jingcheng</a:t>
            </a:r>
            <a:r>
              <a:rPr lang="en-AU" sz="2000" dirty="0"/>
              <a:t> Qian 1640690</a:t>
            </a:r>
          </a:p>
        </p:txBody>
      </p:sp>
    </p:spTree>
    <p:extLst>
      <p:ext uri="{BB962C8B-B14F-4D97-AF65-F5344CB8AC3E}">
        <p14:creationId xmlns:p14="http://schemas.microsoft.com/office/powerpoint/2010/main" val="33666272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a:xfrm>
            <a:off x="345600" y="342000"/>
            <a:ext cx="9695205" cy="531544"/>
          </a:xfrm>
        </p:spPr>
        <p:txBody>
          <a:bodyPr/>
          <a:lstStyle/>
          <a:p>
            <a:r>
              <a:rPr lang="en-US" altLang="zh-CN" sz="3200" dirty="0"/>
              <a:t>Background</a:t>
            </a:r>
            <a:endParaRPr lang="en-AU" sz="3200" dirty="0"/>
          </a:p>
        </p:txBody>
      </p:sp>
      <p:sp>
        <p:nvSpPr>
          <p:cNvPr id="11" name="AutoShape 3" descr="https://www.ndss-symposium.org/ndss-paper/asgard-protecting-on-device-deep-neural-networks-with-virtualization-based-trusted-execution-environments/">
            <a:extLst>
              <a:ext uri="{FF2B5EF4-FFF2-40B4-BE49-F238E27FC236}">
                <a16:creationId xmlns:a16="http://schemas.microsoft.com/office/drawing/2014/main" id="{BC021D7C-8363-461A-A986-02AFA321EA0F}"/>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22" name="Content Placeholder 2">
            <a:extLst>
              <a:ext uri="{FF2B5EF4-FFF2-40B4-BE49-F238E27FC236}">
                <a16:creationId xmlns:a16="http://schemas.microsoft.com/office/drawing/2014/main" id="{9A0F6328-09D9-47E5-941F-7B692B125195}"/>
              </a:ext>
            </a:extLst>
          </p:cNvPr>
          <p:cNvSpPr>
            <a:spLocks noGrp="1"/>
          </p:cNvSpPr>
          <p:nvPr>
            <p:ph sz="quarter" idx="14"/>
          </p:nvPr>
        </p:nvSpPr>
        <p:spPr>
          <a:xfrm>
            <a:off x="345599" y="1256682"/>
            <a:ext cx="5318353" cy="3324446"/>
          </a:xfrm>
        </p:spPr>
        <p:txBody>
          <a:bodyPr/>
          <a:lstStyle/>
          <a:p>
            <a:pPr lvl="3"/>
            <a:r>
              <a:rPr lang="en-US" altLang="zh-CN" sz="2000" dirty="0">
                <a:latin typeface="+mn-ea"/>
              </a:rPr>
              <a:t>Data Bottleneck</a:t>
            </a:r>
          </a:p>
          <a:p>
            <a:pPr lvl="4"/>
            <a:r>
              <a:rPr lang="en-US" altLang="zh-CN" sz="2000" dirty="0">
                <a:latin typeface="+mn-ea"/>
              </a:rPr>
              <a:t>costly annotation  </a:t>
            </a:r>
          </a:p>
          <a:p>
            <a:pPr lvl="4"/>
            <a:r>
              <a:rPr lang="en-US" altLang="zh-CN" sz="2000" dirty="0">
                <a:latin typeface="+mn-ea"/>
              </a:rPr>
              <a:t>data-hungry detectors</a:t>
            </a:r>
          </a:p>
          <a:p>
            <a:pPr lvl="3"/>
            <a:r>
              <a:rPr lang="en-US" altLang="zh-CN" sz="2000" dirty="0">
                <a:latin typeface="+mn-ea"/>
              </a:rPr>
              <a:t>Limits of Augmentation</a:t>
            </a:r>
          </a:p>
          <a:p>
            <a:pPr lvl="4"/>
            <a:r>
              <a:rPr lang="en-US" altLang="zh-CN" sz="2000" dirty="0">
                <a:latin typeface="+mn-ea"/>
              </a:rPr>
              <a:t>pixel transforms only  </a:t>
            </a:r>
          </a:p>
          <a:p>
            <a:pPr lvl="4"/>
            <a:r>
              <a:rPr lang="en-US" altLang="zh-CN" sz="2000" dirty="0">
                <a:latin typeface="+mn-ea"/>
              </a:rPr>
              <a:t>no new scenes </a:t>
            </a:r>
          </a:p>
          <a:p>
            <a:pPr lvl="4"/>
            <a:endParaRPr lang="en-US" altLang="zh-CN" sz="2000" dirty="0">
              <a:latin typeface="+mn-ea"/>
            </a:endParaRPr>
          </a:p>
          <a:p>
            <a:pPr marL="238878" lvl="3" indent="0">
              <a:buNone/>
            </a:pPr>
            <a:endParaRPr lang="en-US" altLang="zh-CN" sz="2000" dirty="0"/>
          </a:p>
        </p:txBody>
      </p:sp>
    </p:spTree>
    <p:extLst>
      <p:ext uri="{BB962C8B-B14F-4D97-AF65-F5344CB8AC3E}">
        <p14:creationId xmlns:p14="http://schemas.microsoft.com/office/powerpoint/2010/main" val="30663730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a:xfrm>
            <a:off x="345600" y="342000"/>
            <a:ext cx="9695205" cy="531544"/>
          </a:xfrm>
        </p:spPr>
        <p:txBody>
          <a:bodyPr/>
          <a:lstStyle/>
          <a:p>
            <a:r>
              <a:rPr lang="en-US" altLang="zh-CN" sz="3200" dirty="0"/>
              <a:t>Background</a:t>
            </a:r>
            <a:endParaRPr lang="en-AU" sz="3200" dirty="0"/>
          </a:p>
        </p:txBody>
      </p:sp>
      <p:sp>
        <p:nvSpPr>
          <p:cNvPr id="8" name="矩形 7">
            <a:extLst>
              <a:ext uri="{FF2B5EF4-FFF2-40B4-BE49-F238E27FC236}">
                <a16:creationId xmlns:a16="http://schemas.microsoft.com/office/drawing/2014/main" id="{A2292301-67E1-40BC-8A63-0621646E48D0}"/>
              </a:ext>
            </a:extLst>
          </p:cNvPr>
          <p:cNvSpPr/>
          <p:nvPr/>
        </p:nvSpPr>
        <p:spPr>
          <a:xfrm>
            <a:off x="4511824" y="5033732"/>
            <a:ext cx="7406585" cy="276999"/>
          </a:xfrm>
          <a:prstGeom prst="rect">
            <a:avLst/>
          </a:prstGeom>
        </p:spPr>
        <p:txBody>
          <a:bodyPr wrap="square">
            <a:spAutoFit/>
          </a:bodyPr>
          <a:lstStyle/>
          <a:p>
            <a:pPr lvl="2"/>
            <a:r>
              <a:rPr lang="en-US" altLang="zh-CN" sz="1200" dirty="0"/>
              <a:t>Figure 1: Traditional methods (rotate,</a:t>
            </a:r>
            <a:r>
              <a:rPr lang="zh-CN" altLang="en-US" sz="1200" dirty="0"/>
              <a:t> </a:t>
            </a:r>
            <a:r>
              <a:rPr lang="en-US" altLang="zh-CN" sz="1200" dirty="0"/>
              <a:t>flip,…)</a:t>
            </a:r>
            <a:r>
              <a:rPr lang="zh-CN" altLang="en-US" sz="1200" dirty="0"/>
              <a:t> </a:t>
            </a:r>
            <a:r>
              <a:rPr lang="en-US" altLang="zh-CN" sz="1200" dirty="0"/>
              <a:t>cannot create unseen events.</a:t>
            </a:r>
            <a:endParaRPr lang="en-US" altLang="zh-CN" sz="1200" dirty="0">
              <a:latin typeface="+mn-ea"/>
            </a:endParaRPr>
          </a:p>
        </p:txBody>
      </p:sp>
      <p:sp>
        <p:nvSpPr>
          <p:cNvPr id="11" name="AutoShape 3" descr="https://www.ndss-symposium.org/ndss-paper/asgard-protecting-on-device-deep-neural-networks-with-virtualization-based-trusted-execution-environments/">
            <a:extLst>
              <a:ext uri="{FF2B5EF4-FFF2-40B4-BE49-F238E27FC236}">
                <a16:creationId xmlns:a16="http://schemas.microsoft.com/office/drawing/2014/main" id="{BC021D7C-8363-461A-A986-02AFA321EA0F}"/>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22" name="Content Placeholder 2">
            <a:extLst>
              <a:ext uri="{FF2B5EF4-FFF2-40B4-BE49-F238E27FC236}">
                <a16:creationId xmlns:a16="http://schemas.microsoft.com/office/drawing/2014/main" id="{9A0F6328-09D9-47E5-941F-7B692B125195}"/>
              </a:ext>
            </a:extLst>
          </p:cNvPr>
          <p:cNvSpPr>
            <a:spLocks noGrp="1"/>
          </p:cNvSpPr>
          <p:nvPr>
            <p:ph sz="quarter" idx="14"/>
          </p:nvPr>
        </p:nvSpPr>
        <p:spPr>
          <a:xfrm>
            <a:off x="345599" y="1256682"/>
            <a:ext cx="5318353" cy="3324446"/>
          </a:xfrm>
        </p:spPr>
        <p:txBody>
          <a:bodyPr/>
          <a:lstStyle/>
          <a:p>
            <a:pPr lvl="3"/>
            <a:r>
              <a:rPr lang="en-US" altLang="zh-CN" sz="2000" dirty="0">
                <a:solidFill>
                  <a:schemeClr val="tx1">
                    <a:lumMod val="50000"/>
                    <a:lumOff val="50000"/>
                  </a:schemeClr>
                </a:solidFill>
                <a:latin typeface="+mn-ea"/>
              </a:rPr>
              <a:t>Data Bottleneck</a:t>
            </a:r>
          </a:p>
          <a:p>
            <a:pPr lvl="4"/>
            <a:r>
              <a:rPr lang="en-US" altLang="zh-CN" sz="2000" dirty="0">
                <a:solidFill>
                  <a:schemeClr val="tx1">
                    <a:lumMod val="50000"/>
                    <a:lumOff val="50000"/>
                  </a:schemeClr>
                </a:solidFill>
                <a:latin typeface="+mn-ea"/>
              </a:rPr>
              <a:t>costly annotation  </a:t>
            </a:r>
          </a:p>
          <a:p>
            <a:pPr lvl="4"/>
            <a:r>
              <a:rPr lang="en-US" altLang="zh-CN" sz="2000" dirty="0">
                <a:solidFill>
                  <a:schemeClr val="tx1">
                    <a:lumMod val="50000"/>
                    <a:lumOff val="50000"/>
                  </a:schemeClr>
                </a:solidFill>
                <a:latin typeface="+mn-ea"/>
              </a:rPr>
              <a:t>data-hungry detectors</a:t>
            </a:r>
          </a:p>
          <a:p>
            <a:pPr lvl="3"/>
            <a:r>
              <a:rPr lang="en-US" altLang="zh-CN" sz="2000" dirty="0">
                <a:solidFill>
                  <a:schemeClr val="tx1">
                    <a:lumMod val="50000"/>
                    <a:lumOff val="50000"/>
                  </a:schemeClr>
                </a:solidFill>
                <a:latin typeface="+mn-ea"/>
              </a:rPr>
              <a:t>Limits of Augmentation</a:t>
            </a:r>
          </a:p>
          <a:p>
            <a:pPr lvl="4"/>
            <a:r>
              <a:rPr lang="en-US" altLang="zh-CN" sz="2000" dirty="0">
                <a:solidFill>
                  <a:schemeClr val="tx1">
                    <a:lumMod val="50000"/>
                    <a:lumOff val="50000"/>
                  </a:schemeClr>
                </a:solidFill>
                <a:latin typeface="+mn-ea"/>
              </a:rPr>
              <a:t>pixel transforms only  </a:t>
            </a:r>
          </a:p>
          <a:p>
            <a:pPr lvl="4"/>
            <a:r>
              <a:rPr lang="en-US" altLang="zh-CN" sz="2000" dirty="0">
                <a:solidFill>
                  <a:schemeClr val="tx1">
                    <a:lumMod val="50000"/>
                    <a:lumOff val="50000"/>
                  </a:schemeClr>
                </a:solidFill>
                <a:latin typeface="+mn-ea"/>
              </a:rPr>
              <a:t>no new scenes </a:t>
            </a:r>
          </a:p>
          <a:p>
            <a:pPr lvl="3"/>
            <a:r>
              <a:rPr lang="en-US" altLang="zh-CN" sz="2000" dirty="0">
                <a:latin typeface="+mn-ea"/>
              </a:rPr>
              <a:t>Long-Tail Challenge</a:t>
            </a:r>
          </a:p>
          <a:p>
            <a:pPr lvl="4"/>
            <a:r>
              <a:rPr lang="en-US" altLang="zh-CN" sz="2000" dirty="0">
                <a:latin typeface="+mn-ea"/>
              </a:rPr>
              <a:t>rare events, harsh conditions  </a:t>
            </a:r>
          </a:p>
          <a:p>
            <a:pPr lvl="4"/>
            <a:r>
              <a:rPr lang="en-US" altLang="zh-CN" sz="2000" dirty="0">
                <a:latin typeface="+mn-ea"/>
              </a:rPr>
              <a:t>safety-critical domains  </a:t>
            </a:r>
          </a:p>
          <a:p>
            <a:pPr marL="238878" lvl="3" indent="0">
              <a:buNone/>
            </a:pPr>
            <a:endParaRPr lang="en-US" altLang="zh-CN" sz="2000" dirty="0"/>
          </a:p>
        </p:txBody>
      </p:sp>
      <p:pic>
        <p:nvPicPr>
          <p:cNvPr id="18" name="图片 17" descr="雨中的街道&#10;&#10;描述已自动生成">
            <a:extLst>
              <a:ext uri="{FF2B5EF4-FFF2-40B4-BE49-F238E27FC236}">
                <a16:creationId xmlns:a16="http://schemas.microsoft.com/office/drawing/2014/main" id="{7BD79334-2D08-F8B7-FC23-F8BF9D0CF4D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78307" y="352761"/>
            <a:ext cx="3850141" cy="4583822"/>
          </a:xfrm>
          <a:prstGeom prst="rect">
            <a:avLst/>
          </a:prstGeom>
        </p:spPr>
      </p:pic>
    </p:spTree>
    <p:extLst>
      <p:ext uri="{BB962C8B-B14F-4D97-AF65-F5344CB8AC3E}">
        <p14:creationId xmlns:p14="http://schemas.microsoft.com/office/powerpoint/2010/main" val="12250634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a:xfrm>
            <a:off x="345600" y="342000"/>
            <a:ext cx="9695205" cy="531544"/>
          </a:xfrm>
        </p:spPr>
        <p:txBody>
          <a:bodyPr/>
          <a:lstStyle/>
          <a:p>
            <a:r>
              <a:rPr lang="en-US" altLang="zh-CN" sz="3200" dirty="0"/>
              <a:t>Background</a:t>
            </a:r>
            <a:endParaRPr lang="en-AU" sz="3200" dirty="0"/>
          </a:p>
        </p:txBody>
      </p:sp>
      <p:sp>
        <p:nvSpPr>
          <p:cNvPr id="8" name="矩形 7">
            <a:extLst>
              <a:ext uri="{FF2B5EF4-FFF2-40B4-BE49-F238E27FC236}">
                <a16:creationId xmlns:a16="http://schemas.microsoft.com/office/drawing/2014/main" id="{A2292301-67E1-40BC-8A63-0621646E48D0}"/>
              </a:ext>
            </a:extLst>
          </p:cNvPr>
          <p:cNvSpPr/>
          <p:nvPr/>
        </p:nvSpPr>
        <p:spPr>
          <a:xfrm>
            <a:off x="4511824" y="5033732"/>
            <a:ext cx="7406585" cy="276999"/>
          </a:xfrm>
          <a:prstGeom prst="rect">
            <a:avLst/>
          </a:prstGeom>
        </p:spPr>
        <p:txBody>
          <a:bodyPr wrap="square">
            <a:spAutoFit/>
          </a:bodyPr>
          <a:lstStyle/>
          <a:p>
            <a:pPr lvl="2"/>
            <a:r>
              <a:rPr lang="en-US" altLang="zh-CN" sz="1200" dirty="0"/>
              <a:t>Figure 1: Traditional methods (rotate,</a:t>
            </a:r>
            <a:r>
              <a:rPr lang="zh-CN" altLang="en-US" sz="1200" dirty="0"/>
              <a:t> </a:t>
            </a:r>
            <a:r>
              <a:rPr lang="en-US" altLang="zh-CN" sz="1200" dirty="0"/>
              <a:t>flip,…)</a:t>
            </a:r>
            <a:r>
              <a:rPr lang="zh-CN" altLang="en-US" sz="1200" dirty="0"/>
              <a:t> </a:t>
            </a:r>
            <a:r>
              <a:rPr lang="en-US" altLang="zh-CN" sz="1200" dirty="0"/>
              <a:t>cannot create unseen events.</a:t>
            </a:r>
            <a:endParaRPr lang="en-US" altLang="zh-CN" sz="1200" dirty="0">
              <a:latin typeface="+mn-ea"/>
            </a:endParaRPr>
          </a:p>
        </p:txBody>
      </p:sp>
      <p:sp>
        <p:nvSpPr>
          <p:cNvPr id="11" name="AutoShape 3" descr="https://www.ndss-symposium.org/ndss-paper/asgard-protecting-on-device-deep-neural-networks-with-virtualization-based-trusted-execution-environments/">
            <a:extLst>
              <a:ext uri="{FF2B5EF4-FFF2-40B4-BE49-F238E27FC236}">
                <a16:creationId xmlns:a16="http://schemas.microsoft.com/office/drawing/2014/main" id="{BC021D7C-8363-461A-A986-02AFA321EA0F}"/>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22" name="Content Placeholder 2">
            <a:extLst>
              <a:ext uri="{FF2B5EF4-FFF2-40B4-BE49-F238E27FC236}">
                <a16:creationId xmlns:a16="http://schemas.microsoft.com/office/drawing/2014/main" id="{9A0F6328-09D9-47E5-941F-7B692B125195}"/>
              </a:ext>
            </a:extLst>
          </p:cNvPr>
          <p:cNvSpPr>
            <a:spLocks noGrp="1"/>
          </p:cNvSpPr>
          <p:nvPr>
            <p:ph sz="quarter" idx="14"/>
          </p:nvPr>
        </p:nvSpPr>
        <p:spPr>
          <a:xfrm>
            <a:off x="345599" y="1256682"/>
            <a:ext cx="5318353" cy="4476574"/>
          </a:xfrm>
        </p:spPr>
        <p:txBody>
          <a:bodyPr/>
          <a:lstStyle/>
          <a:p>
            <a:pPr lvl="3"/>
            <a:r>
              <a:rPr lang="en-US" altLang="zh-CN" sz="2000" dirty="0">
                <a:solidFill>
                  <a:schemeClr val="tx1">
                    <a:lumMod val="50000"/>
                    <a:lumOff val="50000"/>
                  </a:schemeClr>
                </a:solidFill>
                <a:latin typeface="+mn-ea"/>
              </a:rPr>
              <a:t>Data Bottleneck</a:t>
            </a:r>
          </a:p>
          <a:p>
            <a:pPr lvl="4"/>
            <a:r>
              <a:rPr lang="en-US" altLang="zh-CN" sz="2000" dirty="0">
                <a:solidFill>
                  <a:schemeClr val="tx1">
                    <a:lumMod val="50000"/>
                    <a:lumOff val="50000"/>
                  </a:schemeClr>
                </a:solidFill>
                <a:latin typeface="+mn-ea"/>
              </a:rPr>
              <a:t>costly annotation  </a:t>
            </a:r>
          </a:p>
          <a:p>
            <a:pPr lvl="4"/>
            <a:r>
              <a:rPr lang="en-US" altLang="zh-CN" sz="2000" dirty="0">
                <a:solidFill>
                  <a:schemeClr val="tx1">
                    <a:lumMod val="50000"/>
                    <a:lumOff val="50000"/>
                  </a:schemeClr>
                </a:solidFill>
                <a:latin typeface="+mn-ea"/>
              </a:rPr>
              <a:t>data-hungry detectors</a:t>
            </a:r>
          </a:p>
          <a:p>
            <a:pPr lvl="3"/>
            <a:r>
              <a:rPr lang="en-US" altLang="zh-CN" sz="2000" dirty="0">
                <a:solidFill>
                  <a:schemeClr val="tx1">
                    <a:lumMod val="50000"/>
                    <a:lumOff val="50000"/>
                  </a:schemeClr>
                </a:solidFill>
                <a:latin typeface="+mn-ea"/>
              </a:rPr>
              <a:t>Limits of Augmentation</a:t>
            </a:r>
          </a:p>
          <a:p>
            <a:pPr lvl="4"/>
            <a:r>
              <a:rPr lang="en-US" altLang="zh-CN" sz="2000" dirty="0">
                <a:solidFill>
                  <a:schemeClr val="tx1">
                    <a:lumMod val="50000"/>
                    <a:lumOff val="50000"/>
                  </a:schemeClr>
                </a:solidFill>
                <a:latin typeface="+mn-ea"/>
              </a:rPr>
              <a:t>pixel transforms only  </a:t>
            </a:r>
          </a:p>
          <a:p>
            <a:pPr lvl="4"/>
            <a:r>
              <a:rPr lang="en-US" altLang="zh-CN" sz="2000" dirty="0">
                <a:solidFill>
                  <a:schemeClr val="tx1">
                    <a:lumMod val="50000"/>
                    <a:lumOff val="50000"/>
                  </a:schemeClr>
                </a:solidFill>
                <a:latin typeface="+mn-ea"/>
              </a:rPr>
              <a:t>no new scenes </a:t>
            </a:r>
          </a:p>
          <a:p>
            <a:pPr lvl="3"/>
            <a:r>
              <a:rPr lang="en-US" altLang="zh-CN" sz="2000" dirty="0">
                <a:solidFill>
                  <a:schemeClr val="tx1">
                    <a:lumMod val="50000"/>
                    <a:lumOff val="50000"/>
                  </a:schemeClr>
                </a:solidFill>
                <a:latin typeface="+mn-ea"/>
              </a:rPr>
              <a:t>Long-Tail Challenge</a:t>
            </a:r>
          </a:p>
          <a:p>
            <a:pPr lvl="4"/>
            <a:r>
              <a:rPr lang="en-US" altLang="zh-CN" sz="2000" dirty="0">
                <a:solidFill>
                  <a:schemeClr val="tx1">
                    <a:lumMod val="50000"/>
                    <a:lumOff val="50000"/>
                  </a:schemeClr>
                </a:solidFill>
                <a:latin typeface="+mn-ea"/>
              </a:rPr>
              <a:t>rare events, harsh conditions  </a:t>
            </a:r>
          </a:p>
          <a:p>
            <a:pPr lvl="4"/>
            <a:r>
              <a:rPr lang="en-US" altLang="zh-CN" sz="2000" dirty="0">
                <a:solidFill>
                  <a:schemeClr val="tx1">
                    <a:lumMod val="50000"/>
                    <a:lumOff val="50000"/>
                  </a:schemeClr>
                </a:solidFill>
                <a:latin typeface="+mn-ea"/>
              </a:rPr>
              <a:t>safety-critical domains  </a:t>
            </a:r>
          </a:p>
          <a:p>
            <a:pPr lvl="3"/>
            <a:r>
              <a:rPr lang="en-US" altLang="zh-CN" sz="2000" dirty="0">
                <a:latin typeface="+mn-ea"/>
              </a:rPr>
              <a:t>Generative Models   </a:t>
            </a:r>
          </a:p>
          <a:p>
            <a:pPr lvl="4"/>
            <a:r>
              <a:rPr lang="en-US" altLang="zh-CN" sz="2000" dirty="0">
                <a:latin typeface="+mn-ea"/>
              </a:rPr>
              <a:t>Bridge between real and synthetic data</a:t>
            </a:r>
            <a:endParaRPr lang="en-US" altLang="zh-CN" sz="2000" dirty="0"/>
          </a:p>
          <a:p>
            <a:pPr marL="238878" lvl="3" indent="0">
              <a:buNone/>
            </a:pPr>
            <a:endParaRPr lang="en-US" altLang="zh-CN" sz="2000" dirty="0"/>
          </a:p>
        </p:txBody>
      </p:sp>
      <p:pic>
        <p:nvPicPr>
          <p:cNvPr id="18" name="图片 17" descr="雨中的街道&#10;&#10;描述已自动生成">
            <a:extLst>
              <a:ext uri="{FF2B5EF4-FFF2-40B4-BE49-F238E27FC236}">
                <a16:creationId xmlns:a16="http://schemas.microsoft.com/office/drawing/2014/main" id="{7BD79334-2D08-F8B7-FC23-F8BF9D0CF4D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78307" y="352761"/>
            <a:ext cx="3850141" cy="4583822"/>
          </a:xfrm>
          <a:prstGeom prst="rect">
            <a:avLst/>
          </a:prstGeom>
        </p:spPr>
      </p:pic>
      <p:grpSp>
        <p:nvGrpSpPr>
          <p:cNvPr id="7" name="组合 6">
            <a:extLst>
              <a:ext uri="{FF2B5EF4-FFF2-40B4-BE49-F238E27FC236}">
                <a16:creationId xmlns:a16="http://schemas.microsoft.com/office/drawing/2014/main" id="{2840E967-8ED5-6D47-A2D5-617E35E45D5F}"/>
              </a:ext>
            </a:extLst>
          </p:cNvPr>
          <p:cNvGrpSpPr/>
          <p:nvPr/>
        </p:nvGrpSpPr>
        <p:grpSpPr>
          <a:xfrm>
            <a:off x="4500084" y="264272"/>
            <a:ext cx="7406585" cy="5355849"/>
            <a:chOff x="4500084" y="264272"/>
            <a:chExt cx="7406585" cy="5355849"/>
          </a:xfrm>
        </p:grpSpPr>
        <p:pic>
          <p:nvPicPr>
            <p:cNvPr id="4" name="图片 3" descr="汽车行驶在路上&#10;&#10;描述已自动生成">
              <a:extLst>
                <a:ext uri="{FF2B5EF4-FFF2-40B4-BE49-F238E27FC236}">
                  <a16:creationId xmlns:a16="http://schemas.microsoft.com/office/drawing/2014/main" id="{9325E75C-BBB5-359E-BEE7-F4520C32895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07968" y="264272"/>
              <a:ext cx="5078850" cy="5078850"/>
            </a:xfrm>
            <a:prstGeom prst="rect">
              <a:avLst/>
            </a:prstGeom>
          </p:spPr>
        </p:pic>
        <p:sp>
          <p:nvSpPr>
            <p:cNvPr id="5" name="矩形 4">
              <a:extLst>
                <a:ext uri="{FF2B5EF4-FFF2-40B4-BE49-F238E27FC236}">
                  <a16:creationId xmlns:a16="http://schemas.microsoft.com/office/drawing/2014/main" id="{E3EECE8D-1B85-888F-9094-826A8D76927A}"/>
                </a:ext>
              </a:extLst>
            </p:cNvPr>
            <p:cNvSpPr/>
            <p:nvPr/>
          </p:nvSpPr>
          <p:spPr>
            <a:xfrm>
              <a:off x="4500084" y="5343122"/>
              <a:ext cx="7406585" cy="276999"/>
            </a:xfrm>
            <a:prstGeom prst="rect">
              <a:avLst/>
            </a:prstGeom>
          </p:spPr>
          <p:txBody>
            <a:bodyPr wrap="square">
              <a:spAutoFit/>
            </a:bodyPr>
            <a:lstStyle/>
            <a:p>
              <a:pPr lvl="2"/>
              <a:r>
                <a:rPr lang="en-US" altLang="zh-CN" sz="1200" dirty="0"/>
                <a:t>Figure 2: Image generated by prompt ‘a car in foggy weather’ using SD3.5-Large.</a:t>
              </a:r>
              <a:endParaRPr lang="en-US" altLang="zh-CN" sz="1200" dirty="0">
                <a:latin typeface="+mn-ea"/>
              </a:endParaRPr>
            </a:p>
          </p:txBody>
        </p:sp>
      </p:grpSp>
    </p:spTree>
    <p:extLst>
      <p:ext uri="{BB962C8B-B14F-4D97-AF65-F5344CB8AC3E}">
        <p14:creationId xmlns:p14="http://schemas.microsoft.com/office/powerpoint/2010/main" val="19197772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p:txBody>
          <a:bodyPr/>
          <a:lstStyle/>
          <a:p>
            <a:r>
              <a:rPr lang="en-US" altLang="zh-CN" sz="3200" dirty="0"/>
              <a:t>Motivation: Previous Work</a:t>
            </a:r>
            <a:endParaRPr lang="en-AU" sz="3200" dirty="0"/>
          </a:p>
        </p:txBody>
      </p:sp>
      <p:sp>
        <p:nvSpPr>
          <p:cNvPr id="3" name="Content Placeholder 2">
            <a:extLst>
              <a:ext uri="{FF2B5EF4-FFF2-40B4-BE49-F238E27FC236}">
                <a16:creationId xmlns:a16="http://schemas.microsoft.com/office/drawing/2014/main" id="{4303A67E-6EFA-DB93-30F6-8692F71BC30B}"/>
              </a:ext>
            </a:extLst>
          </p:cNvPr>
          <p:cNvSpPr>
            <a:spLocks noGrp="1"/>
          </p:cNvSpPr>
          <p:nvPr>
            <p:ph sz="quarter" idx="14"/>
          </p:nvPr>
        </p:nvSpPr>
        <p:spPr>
          <a:xfrm>
            <a:off x="345599" y="1268760"/>
            <a:ext cx="5246345" cy="3744416"/>
          </a:xfrm>
        </p:spPr>
        <p:txBody>
          <a:bodyPr/>
          <a:lstStyle/>
          <a:p>
            <a:pPr lvl="3"/>
            <a:r>
              <a:rPr lang="en-US" altLang="zh-CN" sz="2000" dirty="0"/>
              <a:t>Traditional Augmentation</a:t>
            </a:r>
          </a:p>
          <a:p>
            <a:pPr lvl="4"/>
            <a:r>
              <a:rPr lang="en-US" altLang="zh-CN" sz="1800" dirty="0"/>
              <a:t>rotate, crop, or mix</a:t>
            </a:r>
          </a:p>
          <a:p>
            <a:pPr lvl="4"/>
            <a:r>
              <a:rPr lang="en-US" altLang="zh-CN" sz="1800" dirty="0"/>
              <a:t>can’t generate unseen scenes </a:t>
            </a:r>
          </a:p>
        </p:txBody>
      </p:sp>
      <p:pic>
        <p:nvPicPr>
          <p:cNvPr id="10" name="图片 9" descr="猫的照片上写着字&#10;&#10;描述已自动生成">
            <a:extLst>
              <a:ext uri="{FF2B5EF4-FFF2-40B4-BE49-F238E27FC236}">
                <a16:creationId xmlns:a16="http://schemas.microsoft.com/office/drawing/2014/main" id="{C908C846-59F1-020A-CAE4-4615A6CD8E4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30146" y="764704"/>
            <a:ext cx="5110796" cy="3523443"/>
          </a:xfrm>
          <a:prstGeom prst="rect">
            <a:avLst/>
          </a:prstGeom>
        </p:spPr>
      </p:pic>
    </p:spTree>
    <p:extLst>
      <p:ext uri="{BB962C8B-B14F-4D97-AF65-F5344CB8AC3E}">
        <p14:creationId xmlns:p14="http://schemas.microsoft.com/office/powerpoint/2010/main" val="4075951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p:txBody>
          <a:bodyPr/>
          <a:lstStyle/>
          <a:p>
            <a:r>
              <a:rPr lang="en-US" altLang="zh-CN" sz="3200" dirty="0"/>
              <a:t>Motivation: Previous Work</a:t>
            </a:r>
            <a:endParaRPr lang="en-AU" sz="3200" dirty="0"/>
          </a:p>
        </p:txBody>
      </p:sp>
      <p:sp>
        <p:nvSpPr>
          <p:cNvPr id="3" name="Content Placeholder 2">
            <a:extLst>
              <a:ext uri="{FF2B5EF4-FFF2-40B4-BE49-F238E27FC236}">
                <a16:creationId xmlns:a16="http://schemas.microsoft.com/office/drawing/2014/main" id="{4303A67E-6EFA-DB93-30F6-8692F71BC30B}"/>
              </a:ext>
            </a:extLst>
          </p:cNvPr>
          <p:cNvSpPr>
            <a:spLocks noGrp="1"/>
          </p:cNvSpPr>
          <p:nvPr>
            <p:ph sz="quarter" idx="14"/>
          </p:nvPr>
        </p:nvSpPr>
        <p:spPr>
          <a:xfrm>
            <a:off x="345599" y="1268760"/>
            <a:ext cx="5246345" cy="3744416"/>
          </a:xfrm>
        </p:spPr>
        <p:txBody>
          <a:bodyPr/>
          <a:lstStyle/>
          <a:p>
            <a:pPr lvl="3"/>
            <a:r>
              <a:rPr lang="en-US" altLang="zh-CN" sz="2000" dirty="0">
                <a:solidFill>
                  <a:schemeClr val="tx1">
                    <a:lumMod val="50000"/>
                    <a:lumOff val="50000"/>
                  </a:schemeClr>
                </a:solidFill>
              </a:rPr>
              <a:t>Traditional Augmentation</a:t>
            </a:r>
          </a:p>
          <a:p>
            <a:pPr lvl="4"/>
            <a:r>
              <a:rPr lang="en-US" altLang="zh-CN" sz="1800" dirty="0">
                <a:solidFill>
                  <a:schemeClr val="tx1">
                    <a:lumMod val="50000"/>
                    <a:lumOff val="50000"/>
                  </a:schemeClr>
                </a:solidFill>
              </a:rPr>
              <a:t>rotate, crop, or mix</a:t>
            </a:r>
          </a:p>
          <a:p>
            <a:pPr lvl="4"/>
            <a:r>
              <a:rPr lang="en-US" altLang="zh-CN" sz="1800" dirty="0">
                <a:solidFill>
                  <a:schemeClr val="tx1">
                    <a:lumMod val="50000"/>
                    <a:lumOff val="50000"/>
                  </a:schemeClr>
                </a:solidFill>
              </a:rPr>
              <a:t>can’t generate unseen scenes </a:t>
            </a:r>
          </a:p>
          <a:p>
            <a:pPr lvl="3"/>
            <a:r>
              <a:rPr lang="en-US" altLang="zh-CN" sz="2000" dirty="0"/>
              <a:t>Simulation</a:t>
            </a:r>
          </a:p>
          <a:p>
            <a:pPr lvl="4"/>
            <a:r>
              <a:rPr lang="en-US" altLang="zh-CN" sz="1800" dirty="0"/>
              <a:t>GTA-V/CARLA can render labeled scenes</a:t>
            </a:r>
          </a:p>
          <a:p>
            <a:pPr lvl="4"/>
            <a:r>
              <a:rPr lang="en-US" altLang="zh-CN" sz="1800" dirty="0"/>
              <a:t>look artificial and unrealistic</a:t>
            </a:r>
          </a:p>
          <a:p>
            <a:pPr lvl="3"/>
            <a:endParaRPr lang="en-US" altLang="zh-CN" sz="2000" dirty="0"/>
          </a:p>
        </p:txBody>
      </p:sp>
      <p:pic>
        <p:nvPicPr>
          <p:cNvPr id="10" name="图片 9" descr="猫的照片上写着字&#10;&#10;描述已自动生成">
            <a:extLst>
              <a:ext uri="{FF2B5EF4-FFF2-40B4-BE49-F238E27FC236}">
                <a16:creationId xmlns:a16="http://schemas.microsoft.com/office/drawing/2014/main" id="{C908C846-59F1-020A-CAE4-4615A6CD8E4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30146" y="764704"/>
            <a:ext cx="5110796" cy="3523443"/>
          </a:xfrm>
          <a:prstGeom prst="rect">
            <a:avLst/>
          </a:prstGeom>
        </p:spPr>
      </p:pic>
      <p:pic>
        <p:nvPicPr>
          <p:cNvPr id="5" name="图片 4" descr="街道边的建筑和汽车&#10;&#10;描述已自动生成">
            <a:extLst>
              <a:ext uri="{FF2B5EF4-FFF2-40B4-BE49-F238E27FC236}">
                <a16:creationId xmlns:a16="http://schemas.microsoft.com/office/drawing/2014/main" id="{1B655CDF-D6DB-D6CA-BEA9-938CE39A9193}"/>
              </a:ext>
            </a:extLst>
          </p:cNvPr>
          <p:cNvPicPr>
            <a:picLocks noChangeAspect="1"/>
          </p:cNvPicPr>
          <p:nvPr/>
        </p:nvPicPr>
        <p:blipFill>
          <a:blip r:embed="rId4" cstate="print">
            <a:extLst>
              <a:ext uri="{28A0092B-C50C-407E-A947-70E740481C1C}">
                <a14:useLocalDpi xmlns:a14="http://schemas.microsoft.com/office/drawing/2010/main" val="0"/>
              </a:ext>
            </a:extLst>
          </a:blip>
          <a:srcRect r="19345"/>
          <a:stretch/>
        </p:blipFill>
        <p:spPr>
          <a:xfrm>
            <a:off x="6023992" y="1166225"/>
            <a:ext cx="5110796" cy="3564397"/>
          </a:xfrm>
          <a:prstGeom prst="rect">
            <a:avLst/>
          </a:prstGeom>
        </p:spPr>
      </p:pic>
    </p:spTree>
    <p:extLst>
      <p:ext uri="{BB962C8B-B14F-4D97-AF65-F5344CB8AC3E}">
        <p14:creationId xmlns:p14="http://schemas.microsoft.com/office/powerpoint/2010/main" val="14050212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p:txBody>
          <a:bodyPr/>
          <a:lstStyle/>
          <a:p>
            <a:r>
              <a:rPr lang="en-US" altLang="zh-CN" sz="3200" dirty="0"/>
              <a:t>Motivation: Previous Work</a:t>
            </a:r>
            <a:endParaRPr lang="en-AU" sz="3200" dirty="0"/>
          </a:p>
        </p:txBody>
      </p:sp>
      <p:sp>
        <p:nvSpPr>
          <p:cNvPr id="3" name="Content Placeholder 2">
            <a:extLst>
              <a:ext uri="{FF2B5EF4-FFF2-40B4-BE49-F238E27FC236}">
                <a16:creationId xmlns:a16="http://schemas.microsoft.com/office/drawing/2014/main" id="{4303A67E-6EFA-DB93-30F6-8692F71BC30B}"/>
              </a:ext>
            </a:extLst>
          </p:cNvPr>
          <p:cNvSpPr>
            <a:spLocks noGrp="1"/>
          </p:cNvSpPr>
          <p:nvPr>
            <p:ph sz="quarter" idx="14"/>
          </p:nvPr>
        </p:nvSpPr>
        <p:spPr>
          <a:xfrm>
            <a:off x="345599" y="1268760"/>
            <a:ext cx="5246345" cy="3744416"/>
          </a:xfrm>
        </p:spPr>
        <p:txBody>
          <a:bodyPr/>
          <a:lstStyle/>
          <a:p>
            <a:pPr lvl="3"/>
            <a:r>
              <a:rPr lang="en-US" altLang="zh-CN" sz="2000" dirty="0">
                <a:solidFill>
                  <a:schemeClr val="tx1">
                    <a:lumMod val="50000"/>
                    <a:lumOff val="50000"/>
                  </a:schemeClr>
                </a:solidFill>
              </a:rPr>
              <a:t>Traditional Augmentation</a:t>
            </a:r>
          </a:p>
          <a:p>
            <a:pPr lvl="4"/>
            <a:r>
              <a:rPr lang="en-US" altLang="zh-CN" sz="1800" dirty="0">
                <a:solidFill>
                  <a:schemeClr val="tx1">
                    <a:lumMod val="50000"/>
                    <a:lumOff val="50000"/>
                  </a:schemeClr>
                </a:solidFill>
              </a:rPr>
              <a:t>rotate, crop, or mix</a:t>
            </a:r>
          </a:p>
          <a:p>
            <a:pPr lvl="4"/>
            <a:r>
              <a:rPr lang="en-US" altLang="zh-CN" sz="1800" dirty="0">
                <a:solidFill>
                  <a:schemeClr val="tx1">
                    <a:lumMod val="50000"/>
                    <a:lumOff val="50000"/>
                  </a:schemeClr>
                </a:solidFill>
              </a:rPr>
              <a:t>can’t generate unseen scenes </a:t>
            </a:r>
          </a:p>
          <a:p>
            <a:pPr lvl="3"/>
            <a:r>
              <a:rPr lang="en-US" altLang="zh-CN" sz="2000" dirty="0">
                <a:solidFill>
                  <a:schemeClr val="tx1">
                    <a:lumMod val="50000"/>
                    <a:lumOff val="50000"/>
                  </a:schemeClr>
                </a:solidFill>
              </a:rPr>
              <a:t>Simulation</a:t>
            </a:r>
          </a:p>
          <a:p>
            <a:pPr lvl="4"/>
            <a:r>
              <a:rPr lang="en-US" altLang="zh-CN" sz="1800" dirty="0">
                <a:solidFill>
                  <a:schemeClr val="tx1">
                    <a:lumMod val="50000"/>
                    <a:lumOff val="50000"/>
                  </a:schemeClr>
                </a:solidFill>
              </a:rPr>
              <a:t>GTA-V/CARLA can render labeled scenes</a:t>
            </a:r>
          </a:p>
          <a:p>
            <a:pPr lvl="4"/>
            <a:r>
              <a:rPr lang="en-US" altLang="zh-CN" sz="1800" dirty="0">
                <a:solidFill>
                  <a:schemeClr val="tx1">
                    <a:lumMod val="50000"/>
                    <a:lumOff val="50000"/>
                  </a:schemeClr>
                </a:solidFill>
              </a:rPr>
              <a:t>look artificial and unrealistic</a:t>
            </a:r>
          </a:p>
          <a:p>
            <a:pPr lvl="3"/>
            <a:r>
              <a:rPr lang="en-US" altLang="zh-CN" sz="2000" dirty="0"/>
              <a:t>Domain Adaptation</a:t>
            </a:r>
          </a:p>
          <a:p>
            <a:pPr lvl="4"/>
            <a:r>
              <a:rPr lang="en-US" altLang="zh-CN" sz="1800" dirty="0"/>
              <a:t>converts synthetic to realistic images</a:t>
            </a:r>
          </a:p>
          <a:p>
            <a:pPr lvl="4"/>
            <a:r>
              <a:rPr lang="en-US" altLang="zh-CN" sz="1800" dirty="0"/>
              <a:t>domain gap remains</a:t>
            </a:r>
          </a:p>
          <a:p>
            <a:pPr lvl="3"/>
            <a:endParaRPr lang="en-US" altLang="zh-CN" sz="2000" dirty="0"/>
          </a:p>
        </p:txBody>
      </p:sp>
      <p:pic>
        <p:nvPicPr>
          <p:cNvPr id="10" name="图片 9" descr="猫的照片上写着字&#10;&#10;描述已自动生成">
            <a:extLst>
              <a:ext uri="{FF2B5EF4-FFF2-40B4-BE49-F238E27FC236}">
                <a16:creationId xmlns:a16="http://schemas.microsoft.com/office/drawing/2014/main" id="{C908C846-59F1-020A-CAE4-4615A6CD8E4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30146" y="764704"/>
            <a:ext cx="5110796" cy="3523443"/>
          </a:xfrm>
          <a:prstGeom prst="rect">
            <a:avLst/>
          </a:prstGeom>
        </p:spPr>
      </p:pic>
      <p:pic>
        <p:nvPicPr>
          <p:cNvPr id="5" name="图片 4" descr="街道边的建筑和汽车&#10;&#10;描述已自动生成">
            <a:extLst>
              <a:ext uri="{FF2B5EF4-FFF2-40B4-BE49-F238E27FC236}">
                <a16:creationId xmlns:a16="http://schemas.microsoft.com/office/drawing/2014/main" id="{1B655CDF-D6DB-D6CA-BEA9-938CE39A9193}"/>
              </a:ext>
            </a:extLst>
          </p:cNvPr>
          <p:cNvPicPr>
            <a:picLocks noChangeAspect="1"/>
          </p:cNvPicPr>
          <p:nvPr/>
        </p:nvPicPr>
        <p:blipFill>
          <a:blip r:embed="rId4" cstate="print">
            <a:extLst>
              <a:ext uri="{28A0092B-C50C-407E-A947-70E740481C1C}">
                <a14:useLocalDpi xmlns:a14="http://schemas.microsoft.com/office/drawing/2010/main" val="0"/>
              </a:ext>
            </a:extLst>
          </a:blip>
          <a:srcRect r="19345"/>
          <a:stretch/>
        </p:blipFill>
        <p:spPr>
          <a:xfrm>
            <a:off x="6023992" y="1166225"/>
            <a:ext cx="5110796" cy="3564397"/>
          </a:xfrm>
          <a:prstGeom prst="rect">
            <a:avLst/>
          </a:prstGeom>
        </p:spPr>
      </p:pic>
      <p:pic>
        <p:nvPicPr>
          <p:cNvPr id="6" name="图片 5" descr="房间的摆设布局&#10;&#10;中度可信度描述已自动生成">
            <a:extLst>
              <a:ext uri="{FF2B5EF4-FFF2-40B4-BE49-F238E27FC236}">
                <a16:creationId xmlns:a16="http://schemas.microsoft.com/office/drawing/2014/main" id="{2DB741D8-1E53-22C8-02E2-B514F7C02A48}"/>
              </a:ext>
            </a:extLst>
          </p:cNvPr>
          <p:cNvPicPr>
            <a:picLocks noChangeAspect="1"/>
          </p:cNvPicPr>
          <p:nvPr/>
        </p:nvPicPr>
        <p:blipFill>
          <a:blip r:embed="rId5">
            <a:extLst>
              <a:ext uri="{28A0092B-C50C-407E-A947-70E740481C1C}">
                <a14:useLocalDpi xmlns:a14="http://schemas.microsoft.com/office/drawing/2010/main" val="0"/>
              </a:ext>
            </a:extLst>
          </a:blip>
          <a:srcRect l="1006" r="59496" b="3010"/>
          <a:stretch/>
        </p:blipFill>
        <p:spPr>
          <a:xfrm>
            <a:off x="5982198" y="1547140"/>
            <a:ext cx="4770580" cy="3610527"/>
          </a:xfrm>
          <a:prstGeom prst="rect">
            <a:avLst/>
          </a:prstGeom>
        </p:spPr>
      </p:pic>
    </p:spTree>
    <p:extLst>
      <p:ext uri="{BB962C8B-B14F-4D97-AF65-F5344CB8AC3E}">
        <p14:creationId xmlns:p14="http://schemas.microsoft.com/office/powerpoint/2010/main" val="33763014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p:txBody>
          <a:bodyPr/>
          <a:lstStyle/>
          <a:p>
            <a:r>
              <a:rPr lang="en-US" altLang="zh-CN" sz="3200" dirty="0"/>
              <a:t>Motivation: Advances in Generative Models</a:t>
            </a:r>
            <a:endParaRPr lang="en-AU" sz="3200" dirty="0"/>
          </a:p>
        </p:txBody>
      </p:sp>
      <p:sp>
        <p:nvSpPr>
          <p:cNvPr id="3" name="Content Placeholder 2">
            <a:extLst>
              <a:ext uri="{FF2B5EF4-FFF2-40B4-BE49-F238E27FC236}">
                <a16:creationId xmlns:a16="http://schemas.microsoft.com/office/drawing/2014/main" id="{4303A67E-6EFA-DB93-30F6-8692F71BC30B}"/>
              </a:ext>
            </a:extLst>
          </p:cNvPr>
          <p:cNvSpPr>
            <a:spLocks noGrp="1"/>
          </p:cNvSpPr>
          <p:nvPr>
            <p:ph sz="quarter" idx="14"/>
          </p:nvPr>
        </p:nvSpPr>
        <p:spPr>
          <a:xfrm>
            <a:off x="345599" y="1268760"/>
            <a:ext cx="5246345" cy="3744416"/>
          </a:xfrm>
        </p:spPr>
        <p:txBody>
          <a:bodyPr/>
          <a:lstStyle/>
          <a:p>
            <a:pPr lvl="3"/>
            <a:r>
              <a:rPr lang="en-US" altLang="zh-CN" sz="2000" dirty="0" err="1"/>
              <a:t>Controlnet</a:t>
            </a:r>
            <a:endParaRPr lang="en-US" altLang="zh-CN" sz="2000" dirty="0"/>
          </a:p>
          <a:p>
            <a:pPr lvl="4"/>
            <a:r>
              <a:rPr lang="en-US" altLang="zh-CN" sz="1800" dirty="0"/>
              <a:t>structural information</a:t>
            </a:r>
          </a:p>
          <a:p>
            <a:pPr lvl="4"/>
            <a:r>
              <a:rPr lang="en-US" altLang="zh-CN" sz="1800" dirty="0"/>
              <a:t>respect the original layout</a:t>
            </a:r>
            <a:endParaRPr lang="en-US" altLang="zh-CN" sz="2000" dirty="0"/>
          </a:p>
        </p:txBody>
      </p:sp>
      <p:pic>
        <p:nvPicPr>
          <p:cNvPr id="5" name="图片 4">
            <a:extLst>
              <a:ext uri="{FF2B5EF4-FFF2-40B4-BE49-F238E27FC236}">
                <a16:creationId xmlns:a16="http://schemas.microsoft.com/office/drawing/2014/main" id="{5D54D347-29AC-4095-2EA9-B105380197D8}"/>
              </a:ext>
            </a:extLst>
          </p:cNvPr>
          <p:cNvPicPr>
            <a:picLocks noChangeAspect="1"/>
          </p:cNvPicPr>
          <p:nvPr/>
        </p:nvPicPr>
        <p:blipFill>
          <a:blip r:embed="rId3"/>
          <a:stretch>
            <a:fillRect/>
          </a:stretch>
        </p:blipFill>
        <p:spPr>
          <a:xfrm>
            <a:off x="6542501" y="1603519"/>
            <a:ext cx="3144328" cy="2890753"/>
          </a:xfrm>
          <a:prstGeom prst="rect">
            <a:avLst/>
          </a:prstGeom>
        </p:spPr>
      </p:pic>
      <p:sp>
        <p:nvSpPr>
          <p:cNvPr id="6" name="矩形 5">
            <a:extLst>
              <a:ext uri="{FF2B5EF4-FFF2-40B4-BE49-F238E27FC236}">
                <a16:creationId xmlns:a16="http://schemas.microsoft.com/office/drawing/2014/main" id="{DF114E33-0EA3-87A6-AA46-11F8ACD8A014}"/>
              </a:ext>
            </a:extLst>
          </p:cNvPr>
          <p:cNvSpPr/>
          <p:nvPr/>
        </p:nvSpPr>
        <p:spPr>
          <a:xfrm>
            <a:off x="5087888" y="4494272"/>
            <a:ext cx="5616624" cy="276999"/>
          </a:xfrm>
          <a:prstGeom prst="rect">
            <a:avLst/>
          </a:prstGeom>
        </p:spPr>
        <p:txBody>
          <a:bodyPr wrap="square">
            <a:spAutoFit/>
          </a:bodyPr>
          <a:lstStyle/>
          <a:p>
            <a:pPr lvl="2" algn="just"/>
            <a:r>
              <a:rPr lang="en-US" altLang="zh-CN" sz="1200" dirty="0"/>
              <a:t>Figure 3: </a:t>
            </a:r>
            <a:r>
              <a:rPr lang="en-US" altLang="zh-CN" sz="1200" dirty="0" err="1"/>
              <a:t>LoRA’s</a:t>
            </a:r>
            <a:r>
              <a:rPr lang="en-US" altLang="zh-CN" sz="1200" dirty="0"/>
              <a:t> </a:t>
            </a:r>
            <a:r>
              <a:rPr lang="en-US" altLang="zh-CN" sz="1050" dirty="0" err="1"/>
              <a:t>reparametrization</a:t>
            </a:r>
            <a:r>
              <a:rPr lang="en-US" altLang="zh-CN" sz="1050" dirty="0"/>
              <a:t>, which only trains A and B.</a:t>
            </a:r>
            <a:endParaRPr lang="en-US" altLang="zh-CN" sz="1200" dirty="0">
              <a:latin typeface="+mn-ea"/>
            </a:endParaRPr>
          </a:p>
        </p:txBody>
      </p:sp>
      <p:grpSp>
        <p:nvGrpSpPr>
          <p:cNvPr id="17" name="组合 16">
            <a:extLst>
              <a:ext uri="{FF2B5EF4-FFF2-40B4-BE49-F238E27FC236}">
                <a16:creationId xmlns:a16="http://schemas.microsoft.com/office/drawing/2014/main" id="{56FA1A13-AE04-C162-F882-29F859FA1BA9}"/>
              </a:ext>
            </a:extLst>
          </p:cNvPr>
          <p:cNvGrpSpPr/>
          <p:nvPr/>
        </p:nvGrpSpPr>
        <p:grpSpPr>
          <a:xfrm>
            <a:off x="4655841" y="1584114"/>
            <a:ext cx="7421225" cy="3113707"/>
            <a:chOff x="4114800" y="2132856"/>
            <a:chExt cx="7924800" cy="2638415"/>
          </a:xfrm>
        </p:grpSpPr>
        <p:pic>
          <p:nvPicPr>
            <p:cNvPr id="13" name="图片 12" descr="男子的脸部特写与配字黑白照&#10;&#10;中度可信度描述已自动生成">
              <a:extLst>
                <a:ext uri="{FF2B5EF4-FFF2-40B4-BE49-F238E27FC236}">
                  <a16:creationId xmlns:a16="http://schemas.microsoft.com/office/drawing/2014/main" id="{6E00CD80-45D3-959E-2063-4C0CA9F5FF34}"/>
                </a:ext>
              </a:extLst>
            </p:cNvPr>
            <p:cNvPicPr>
              <a:picLocks noChangeAspect="1"/>
            </p:cNvPicPr>
            <p:nvPr/>
          </p:nvPicPr>
          <p:blipFill>
            <a:blip r:embed="rId4">
              <a:extLst>
                <a:ext uri="{28A0092B-C50C-407E-A947-70E740481C1C}">
                  <a14:useLocalDpi xmlns:a14="http://schemas.microsoft.com/office/drawing/2010/main" val="0"/>
                </a:ext>
              </a:extLst>
            </a:blip>
            <a:srcRect t="17288" b="16126"/>
            <a:stretch/>
          </p:blipFill>
          <p:spPr>
            <a:xfrm>
              <a:off x="4114800" y="2132856"/>
              <a:ext cx="3962400" cy="2638415"/>
            </a:xfrm>
            <a:prstGeom prst="rect">
              <a:avLst/>
            </a:prstGeom>
          </p:spPr>
        </p:pic>
        <p:pic>
          <p:nvPicPr>
            <p:cNvPr id="15" name="图片 14" descr="图片包含 建筑, 围栏, 户外, 人行道&#10;&#10;描述已自动生成">
              <a:extLst>
                <a:ext uri="{FF2B5EF4-FFF2-40B4-BE49-F238E27FC236}">
                  <a16:creationId xmlns:a16="http://schemas.microsoft.com/office/drawing/2014/main" id="{87B0BA30-B490-2D18-C97B-46C2F1E5A7C6}"/>
                </a:ext>
              </a:extLst>
            </p:cNvPr>
            <p:cNvPicPr>
              <a:picLocks noChangeAspect="1"/>
            </p:cNvPicPr>
            <p:nvPr/>
          </p:nvPicPr>
          <p:blipFill>
            <a:blip r:embed="rId5">
              <a:extLst>
                <a:ext uri="{28A0092B-C50C-407E-A947-70E740481C1C}">
                  <a14:useLocalDpi xmlns:a14="http://schemas.microsoft.com/office/drawing/2010/main" val="0"/>
                </a:ext>
              </a:extLst>
            </a:blip>
            <a:srcRect t="17289" b="16125"/>
            <a:stretch/>
          </p:blipFill>
          <p:spPr>
            <a:xfrm>
              <a:off x="8077200" y="2132856"/>
              <a:ext cx="3962400" cy="2638415"/>
            </a:xfrm>
            <a:prstGeom prst="rect">
              <a:avLst/>
            </a:prstGeom>
          </p:spPr>
        </p:pic>
      </p:grpSp>
      <p:sp>
        <p:nvSpPr>
          <p:cNvPr id="4" name="矩形 3">
            <a:extLst>
              <a:ext uri="{FF2B5EF4-FFF2-40B4-BE49-F238E27FC236}">
                <a16:creationId xmlns:a16="http://schemas.microsoft.com/office/drawing/2014/main" id="{CB4EC120-14CF-38A1-7FDD-16C24FE3F252}"/>
              </a:ext>
            </a:extLst>
          </p:cNvPr>
          <p:cNvSpPr/>
          <p:nvPr/>
        </p:nvSpPr>
        <p:spPr>
          <a:xfrm>
            <a:off x="5240288" y="4725770"/>
            <a:ext cx="5616624" cy="276999"/>
          </a:xfrm>
          <a:prstGeom prst="rect">
            <a:avLst/>
          </a:prstGeom>
        </p:spPr>
        <p:txBody>
          <a:bodyPr wrap="square">
            <a:spAutoFit/>
          </a:bodyPr>
          <a:lstStyle/>
          <a:p>
            <a:pPr lvl="2" algn="just"/>
            <a:r>
              <a:rPr lang="en-US" altLang="zh-CN" sz="1200" dirty="0"/>
              <a:t>Figure 3: Canny map </a:t>
            </a:r>
            <a:r>
              <a:rPr lang="en-US" altLang="zh-CN" sz="1200" dirty="0" err="1"/>
              <a:t>controlnet</a:t>
            </a:r>
            <a:r>
              <a:rPr lang="en-US" altLang="zh-CN" sz="1200" dirty="0"/>
              <a:t> example</a:t>
            </a:r>
            <a:endParaRPr lang="en-US" altLang="zh-CN" sz="1200" dirty="0">
              <a:latin typeface="+mn-ea"/>
            </a:endParaRPr>
          </a:p>
        </p:txBody>
      </p:sp>
    </p:spTree>
    <p:extLst>
      <p:ext uri="{BB962C8B-B14F-4D97-AF65-F5344CB8AC3E}">
        <p14:creationId xmlns:p14="http://schemas.microsoft.com/office/powerpoint/2010/main" val="41139490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组合 16">
            <a:extLst>
              <a:ext uri="{FF2B5EF4-FFF2-40B4-BE49-F238E27FC236}">
                <a16:creationId xmlns:a16="http://schemas.microsoft.com/office/drawing/2014/main" id="{56FA1A13-AE04-C162-F882-29F859FA1BA9}"/>
              </a:ext>
            </a:extLst>
          </p:cNvPr>
          <p:cNvGrpSpPr/>
          <p:nvPr/>
        </p:nvGrpSpPr>
        <p:grpSpPr>
          <a:xfrm>
            <a:off x="4655841" y="1584114"/>
            <a:ext cx="7421225" cy="3113707"/>
            <a:chOff x="4114800" y="2132856"/>
            <a:chExt cx="7924800" cy="2638415"/>
          </a:xfrm>
        </p:grpSpPr>
        <p:pic>
          <p:nvPicPr>
            <p:cNvPr id="13" name="图片 12" descr="男子的脸部特写与配字黑白照&#10;&#10;中度可信度描述已自动生成">
              <a:extLst>
                <a:ext uri="{FF2B5EF4-FFF2-40B4-BE49-F238E27FC236}">
                  <a16:creationId xmlns:a16="http://schemas.microsoft.com/office/drawing/2014/main" id="{6E00CD80-45D3-959E-2063-4C0CA9F5FF34}"/>
                </a:ext>
              </a:extLst>
            </p:cNvPr>
            <p:cNvPicPr>
              <a:picLocks noChangeAspect="1"/>
            </p:cNvPicPr>
            <p:nvPr/>
          </p:nvPicPr>
          <p:blipFill>
            <a:blip r:embed="rId3">
              <a:extLst>
                <a:ext uri="{28A0092B-C50C-407E-A947-70E740481C1C}">
                  <a14:useLocalDpi xmlns:a14="http://schemas.microsoft.com/office/drawing/2010/main" val="0"/>
                </a:ext>
              </a:extLst>
            </a:blip>
            <a:srcRect t="17288" b="16126"/>
            <a:stretch/>
          </p:blipFill>
          <p:spPr>
            <a:xfrm>
              <a:off x="4114800" y="2132856"/>
              <a:ext cx="3962400" cy="2638415"/>
            </a:xfrm>
            <a:prstGeom prst="rect">
              <a:avLst/>
            </a:prstGeom>
          </p:spPr>
        </p:pic>
        <p:pic>
          <p:nvPicPr>
            <p:cNvPr id="15" name="图片 14" descr="图片包含 建筑, 围栏, 户外, 人行道&#10;&#10;描述已自动生成">
              <a:extLst>
                <a:ext uri="{FF2B5EF4-FFF2-40B4-BE49-F238E27FC236}">
                  <a16:creationId xmlns:a16="http://schemas.microsoft.com/office/drawing/2014/main" id="{87B0BA30-B490-2D18-C97B-46C2F1E5A7C6}"/>
                </a:ext>
              </a:extLst>
            </p:cNvPr>
            <p:cNvPicPr>
              <a:picLocks noChangeAspect="1"/>
            </p:cNvPicPr>
            <p:nvPr/>
          </p:nvPicPr>
          <p:blipFill>
            <a:blip r:embed="rId4">
              <a:extLst>
                <a:ext uri="{28A0092B-C50C-407E-A947-70E740481C1C}">
                  <a14:useLocalDpi xmlns:a14="http://schemas.microsoft.com/office/drawing/2010/main" val="0"/>
                </a:ext>
              </a:extLst>
            </a:blip>
            <a:srcRect t="17289" b="16125"/>
            <a:stretch/>
          </p:blipFill>
          <p:spPr>
            <a:xfrm>
              <a:off x="8077200" y="2132856"/>
              <a:ext cx="3962400" cy="2638415"/>
            </a:xfrm>
            <a:prstGeom prst="rect">
              <a:avLst/>
            </a:prstGeom>
          </p:spPr>
        </p:pic>
      </p:grpSp>
      <p:sp>
        <p:nvSpPr>
          <p:cNvPr id="4" name="矩形 3">
            <a:extLst>
              <a:ext uri="{FF2B5EF4-FFF2-40B4-BE49-F238E27FC236}">
                <a16:creationId xmlns:a16="http://schemas.microsoft.com/office/drawing/2014/main" id="{CB4EC120-14CF-38A1-7FDD-16C24FE3F252}"/>
              </a:ext>
            </a:extLst>
          </p:cNvPr>
          <p:cNvSpPr/>
          <p:nvPr/>
        </p:nvSpPr>
        <p:spPr>
          <a:xfrm>
            <a:off x="5240288" y="4725770"/>
            <a:ext cx="5616624" cy="276999"/>
          </a:xfrm>
          <a:prstGeom prst="rect">
            <a:avLst/>
          </a:prstGeom>
        </p:spPr>
        <p:txBody>
          <a:bodyPr wrap="square">
            <a:spAutoFit/>
          </a:bodyPr>
          <a:lstStyle/>
          <a:p>
            <a:pPr lvl="2" algn="just"/>
            <a:r>
              <a:rPr lang="en-US" altLang="zh-CN" sz="1200" dirty="0"/>
              <a:t>Figure 3: Canny map </a:t>
            </a:r>
            <a:r>
              <a:rPr lang="en-US" altLang="zh-CN" sz="1200" dirty="0" err="1"/>
              <a:t>controlnet</a:t>
            </a:r>
            <a:r>
              <a:rPr lang="en-US" altLang="zh-CN" sz="1200" dirty="0"/>
              <a:t> example</a:t>
            </a:r>
            <a:endParaRPr lang="en-US" altLang="zh-CN" sz="1200" dirty="0">
              <a:latin typeface="+mn-ea"/>
            </a:endParaRPr>
          </a:p>
        </p:txBody>
      </p:sp>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p:txBody>
          <a:bodyPr/>
          <a:lstStyle/>
          <a:p>
            <a:r>
              <a:rPr lang="en-US" altLang="zh-CN" sz="3200" dirty="0"/>
              <a:t>Motivation: Advances in Generative Models</a:t>
            </a:r>
            <a:endParaRPr lang="en-AU" sz="3200" dirty="0"/>
          </a:p>
        </p:txBody>
      </p:sp>
      <p:sp>
        <p:nvSpPr>
          <p:cNvPr id="3" name="Content Placeholder 2">
            <a:extLst>
              <a:ext uri="{FF2B5EF4-FFF2-40B4-BE49-F238E27FC236}">
                <a16:creationId xmlns:a16="http://schemas.microsoft.com/office/drawing/2014/main" id="{4303A67E-6EFA-DB93-30F6-8692F71BC30B}"/>
              </a:ext>
            </a:extLst>
          </p:cNvPr>
          <p:cNvSpPr>
            <a:spLocks noGrp="1"/>
          </p:cNvSpPr>
          <p:nvPr>
            <p:ph sz="quarter" idx="14"/>
          </p:nvPr>
        </p:nvSpPr>
        <p:spPr>
          <a:xfrm>
            <a:off x="345599" y="1268760"/>
            <a:ext cx="5246345" cy="3744416"/>
          </a:xfrm>
        </p:spPr>
        <p:txBody>
          <a:bodyPr/>
          <a:lstStyle/>
          <a:p>
            <a:pPr lvl="3"/>
            <a:r>
              <a:rPr lang="en-US" altLang="zh-CN" sz="2000" dirty="0" err="1">
                <a:solidFill>
                  <a:schemeClr val="tx1">
                    <a:lumMod val="50000"/>
                    <a:lumOff val="50000"/>
                  </a:schemeClr>
                </a:solidFill>
              </a:rPr>
              <a:t>Controlnet</a:t>
            </a:r>
            <a:endParaRPr lang="en-US" altLang="zh-CN" sz="2000" dirty="0">
              <a:solidFill>
                <a:schemeClr val="tx1">
                  <a:lumMod val="50000"/>
                  <a:lumOff val="50000"/>
                </a:schemeClr>
              </a:solidFill>
            </a:endParaRPr>
          </a:p>
          <a:p>
            <a:pPr lvl="4"/>
            <a:r>
              <a:rPr lang="en-US" altLang="zh-CN" sz="1800" dirty="0">
                <a:solidFill>
                  <a:schemeClr val="tx1">
                    <a:lumMod val="50000"/>
                    <a:lumOff val="50000"/>
                  </a:schemeClr>
                </a:solidFill>
              </a:rPr>
              <a:t>structural information</a:t>
            </a:r>
          </a:p>
          <a:p>
            <a:pPr lvl="4"/>
            <a:r>
              <a:rPr lang="en-US" altLang="zh-CN" sz="1800" dirty="0">
                <a:solidFill>
                  <a:schemeClr val="tx1">
                    <a:lumMod val="50000"/>
                    <a:lumOff val="50000"/>
                  </a:schemeClr>
                </a:solidFill>
              </a:rPr>
              <a:t>respect the original layout</a:t>
            </a:r>
            <a:endParaRPr lang="en-US" altLang="zh-CN" sz="2000" dirty="0">
              <a:solidFill>
                <a:schemeClr val="tx1">
                  <a:lumMod val="50000"/>
                  <a:lumOff val="50000"/>
                </a:schemeClr>
              </a:solidFill>
            </a:endParaRPr>
          </a:p>
          <a:p>
            <a:pPr lvl="3"/>
            <a:r>
              <a:rPr lang="en-US" altLang="zh-CN" sz="2000" dirty="0" err="1"/>
              <a:t>LoRA</a:t>
            </a:r>
            <a:r>
              <a:rPr lang="en-US" altLang="zh-CN" sz="2000" dirty="0"/>
              <a:t> (Low-Rank Adaptation)</a:t>
            </a:r>
          </a:p>
          <a:p>
            <a:pPr lvl="4"/>
            <a:r>
              <a:rPr lang="en-US" altLang="zh-CN" sz="1800" dirty="0"/>
              <a:t>lightweight tuning method</a:t>
            </a:r>
          </a:p>
          <a:p>
            <a:pPr lvl="4"/>
            <a:r>
              <a:rPr lang="en-US" altLang="zh-CN" sz="1800" dirty="0"/>
              <a:t>adapt to a new domain</a:t>
            </a:r>
          </a:p>
        </p:txBody>
      </p:sp>
      <p:sp>
        <p:nvSpPr>
          <p:cNvPr id="6" name="矩形 5">
            <a:extLst>
              <a:ext uri="{FF2B5EF4-FFF2-40B4-BE49-F238E27FC236}">
                <a16:creationId xmlns:a16="http://schemas.microsoft.com/office/drawing/2014/main" id="{DF114E33-0EA3-87A6-AA46-11F8ACD8A014}"/>
              </a:ext>
            </a:extLst>
          </p:cNvPr>
          <p:cNvSpPr/>
          <p:nvPr/>
        </p:nvSpPr>
        <p:spPr>
          <a:xfrm>
            <a:off x="5002763" y="5194940"/>
            <a:ext cx="5616624" cy="276999"/>
          </a:xfrm>
          <a:prstGeom prst="rect">
            <a:avLst/>
          </a:prstGeom>
        </p:spPr>
        <p:txBody>
          <a:bodyPr wrap="square">
            <a:spAutoFit/>
          </a:bodyPr>
          <a:lstStyle/>
          <a:p>
            <a:pPr lvl="2" algn="just"/>
            <a:r>
              <a:rPr lang="en-US" altLang="zh-CN" sz="1200" dirty="0"/>
              <a:t>Figure 4: </a:t>
            </a:r>
            <a:r>
              <a:rPr lang="en-US" altLang="zh-CN" sz="1200" dirty="0" err="1"/>
              <a:t>LoRA’s</a:t>
            </a:r>
            <a:r>
              <a:rPr lang="en-US" altLang="zh-CN" sz="1200" dirty="0"/>
              <a:t> </a:t>
            </a:r>
            <a:r>
              <a:rPr lang="en-US" altLang="zh-CN" sz="1050" dirty="0" err="1"/>
              <a:t>reparametrization</a:t>
            </a:r>
            <a:r>
              <a:rPr lang="en-US" altLang="zh-CN" sz="1050" dirty="0"/>
              <a:t>, which only trains A and B.</a:t>
            </a:r>
            <a:endParaRPr lang="en-US" altLang="zh-CN" sz="1200" dirty="0">
              <a:latin typeface="+mn-ea"/>
            </a:endParaRPr>
          </a:p>
        </p:txBody>
      </p:sp>
      <p:pic>
        <p:nvPicPr>
          <p:cNvPr id="5" name="图片 4">
            <a:extLst>
              <a:ext uri="{FF2B5EF4-FFF2-40B4-BE49-F238E27FC236}">
                <a16:creationId xmlns:a16="http://schemas.microsoft.com/office/drawing/2014/main" id="{5D54D347-29AC-4095-2EA9-B105380197D8}"/>
              </a:ext>
            </a:extLst>
          </p:cNvPr>
          <p:cNvPicPr>
            <a:picLocks noChangeAspect="1"/>
          </p:cNvPicPr>
          <p:nvPr/>
        </p:nvPicPr>
        <p:blipFill>
          <a:blip r:embed="rId5"/>
          <a:stretch>
            <a:fillRect/>
          </a:stretch>
        </p:blipFill>
        <p:spPr>
          <a:xfrm>
            <a:off x="6252028" y="2014790"/>
            <a:ext cx="3444372" cy="3166600"/>
          </a:xfrm>
          <a:prstGeom prst="rect">
            <a:avLst/>
          </a:prstGeom>
        </p:spPr>
      </p:pic>
    </p:spTree>
    <p:extLst>
      <p:ext uri="{BB962C8B-B14F-4D97-AF65-F5344CB8AC3E}">
        <p14:creationId xmlns:p14="http://schemas.microsoft.com/office/powerpoint/2010/main" val="35576616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p:txBody>
          <a:bodyPr/>
          <a:lstStyle/>
          <a:p>
            <a:r>
              <a:rPr lang="en-US" altLang="zh-CN" sz="3200" dirty="0"/>
              <a:t>Research Objectives</a:t>
            </a:r>
            <a:endParaRPr lang="en-AU" sz="3200" dirty="0"/>
          </a:p>
        </p:txBody>
      </p:sp>
      <p:sp>
        <p:nvSpPr>
          <p:cNvPr id="4" name="Content Placeholder 2">
            <a:extLst>
              <a:ext uri="{FF2B5EF4-FFF2-40B4-BE49-F238E27FC236}">
                <a16:creationId xmlns:a16="http://schemas.microsoft.com/office/drawing/2014/main" id="{0BB607EE-D3DB-5055-DA72-410BBF051C35}"/>
              </a:ext>
            </a:extLst>
          </p:cNvPr>
          <p:cNvSpPr txBox="1">
            <a:spLocks/>
          </p:cNvSpPr>
          <p:nvPr/>
        </p:nvSpPr>
        <p:spPr>
          <a:xfrm>
            <a:off x="73770" y="1366412"/>
            <a:ext cx="9406606" cy="3070700"/>
          </a:xfrm>
          <a:prstGeom prst="rect">
            <a:avLst/>
          </a:prstGeom>
        </p:spPr>
        <p:txBody>
          <a:bodyPr vert="horz" lIns="0" tIns="0" rIns="0" bIns="0" rtlCol="0">
            <a:noAutofit/>
          </a:bodyPr>
          <a:lstStyle>
            <a:lvl1pPr marL="0" indent="0" algn="l" defTabSz="1218804" rtl="0" eaLnBrk="1" latinLnBrk="0" hangingPunct="1">
              <a:lnSpc>
                <a:spcPts val="2400"/>
              </a:lnSpc>
              <a:spcBef>
                <a:spcPts val="0"/>
              </a:spcBef>
              <a:spcAft>
                <a:spcPts val="600"/>
              </a:spcAft>
              <a:buFont typeface="Arial" pitchFamily="34" charset="0"/>
              <a:buNone/>
              <a:defRPr sz="2200" b="1" kern="1200" baseline="0">
                <a:solidFill>
                  <a:schemeClr val="bg2"/>
                </a:solidFill>
                <a:latin typeface="+mn-lt"/>
                <a:ea typeface="+mn-ea"/>
                <a:cs typeface="Arial" pitchFamily="34" charset="0"/>
              </a:defRPr>
            </a:lvl1pPr>
            <a:lvl2pPr marL="0" indent="0" algn="l" defTabSz="1218804" rtl="0" eaLnBrk="1" latinLnBrk="0" hangingPunct="1">
              <a:lnSpc>
                <a:spcPts val="2400"/>
              </a:lnSpc>
              <a:spcBef>
                <a:spcPts val="0"/>
              </a:spcBef>
              <a:spcAft>
                <a:spcPts val="600"/>
              </a:spcAft>
              <a:buClr>
                <a:schemeClr val="accent1"/>
              </a:buClr>
              <a:buSzPct val="100000"/>
              <a:buFontTx/>
              <a:buNone/>
              <a:defRPr sz="2200" kern="1200">
                <a:solidFill>
                  <a:schemeClr val="bg2"/>
                </a:solidFill>
                <a:latin typeface="+mn-lt"/>
                <a:ea typeface="+mn-ea"/>
                <a:cs typeface="Arial" pitchFamily="34" charset="0"/>
              </a:defRPr>
            </a:lvl2pPr>
            <a:lvl3pPr marL="0" indent="-239922" algn="l" defTabSz="1218804" rtl="0" eaLnBrk="1" latinLnBrk="0" hangingPunct="1">
              <a:lnSpc>
                <a:spcPts val="2600"/>
              </a:lnSpc>
              <a:spcBef>
                <a:spcPts val="0"/>
              </a:spcBef>
              <a:spcAft>
                <a:spcPts val="600"/>
              </a:spcAft>
              <a:buClr>
                <a:srgbClr val="2C421D"/>
              </a:buClr>
              <a:buSzPct val="100000"/>
              <a:buFont typeface="Arial" panose="020B0604020202020204" pitchFamily="34" charset="0"/>
              <a:buChar char="•"/>
              <a:defRPr sz="2400" kern="1200">
                <a:solidFill>
                  <a:schemeClr val="bg2"/>
                </a:solidFill>
                <a:latin typeface="+mn-lt"/>
                <a:ea typeface="+mn-ea"/>
                <a:cs typeface="Arial" pitchFamily="34" charset="0"/>
              </a:defRPr>
            </a:lvl3pPr>
            <a:lvl4pPr marL="4788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4pPr>
            <a:lvl5pPr marL="7200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baseline="0">
                <a:solidFill>
                  <a:schemeClr val="bg2"/>
                </a:solidFill>
                <a:latin typeface="+mn-lt"/>
                <a:ea typeface="+mn-ea"/>
                <a:cs typeface="Arial" pitchFamily="34" charset="0"/>
              </a:defRPr>
            </a:lvl5pPr>
            <a:lvl6pPr marL="9612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6pPr>
            <a:lvl7pPr marL="11988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7pPr>
            <a:lvl8pPr marL="14400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8pPr>
            <a:lvl9pPr marL="16812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9pPr>
          </a:lstStyle>
          <a:p>
            <a:pPr marL="581778" lvl="3" indent="-342900">
              <a:lnSpc>
                <a:spcPct val="150000"/>
              </a:lnSpc>
              <a:buFont typeface="+mj-lt"/>
              <a:buAutoNum type="arabicPeriod"/>
            </a:pPr>
            <a:r>
              <a:rPr lang="en-US" altLang="zh-CN" sz="2000" dirty="0"/>
              <a:t>Quantify domain gap (real vs synthetic)</a:t>
            </a:r>
          </a:p>
          <a:p>
            <a:pPr marL="581778" lvl="3" indent="-342900">
              <a:lnSpc>
                <a:spcPct val="150000"/>
              </a:lnSpc>
              <a:buFont typeface="+mj-lt"/>
              <a:buAutoNum type="arabicPeriod"/>
            </a:pPr>
            <a:r>
              <a:rPr lang="en-US" altLang="zh-CN" sz="2000" dirty="0"/>
              <a:t>Evaluate cross-domain robustness</a:t>
            </a:r>
          </a:p>
          <a:p>
            <a:pPr marL="581778" lvl="3" indent="-342900">
              <a:lnSpc>
                <a:spcPct val="150000"/>
              </a:lnSpc>
              <a:buFont typeface="+mj-lt"/>
              <a:buAutoNum type="arabicPeriod"/>
            </a:pPr>
            <a:r>
              <a:rPr lang="en-US" altLang="zh-CN" sz="2000" dirty="0"/>
              <a:t>Assess realism &amp; annotation consistency</a:t>
            </a:r>
          </a:p>
          <a:p>
            <a:pPr marL="581778" lvl="3" indent="-342900">
              <a:lnSpc>
                <a:spcPct val="150000"/>
              </a:lnSpc>
              <a:buFont typeface="+mj-lt"/>
              <a:buAutoNum type="arabicPeriod"/>
            </a:pPr>
            <a:r>
              <a:rPr lang="en-US" altLang="zh-CN" sz="2000" dirty="0"/>
              <a:t>Provide best practices for generative data use</a:t>
            </a:r>
          </a:p>
          <a:p>
            <a:pPr marL="581778" lvl="3" indent="-342900">
              <a:lnSpc>
                <a:spcPct val="150000"/>
              </a:lnSpc>
              <a:buFont typeface="+mj-lt"/>
              <a:buAutoNum type="arabicPeriod"/>
            </a:pPr>
            <a:r>
              <a:rPr lang="en-US" altLang="zh-CN" sz="2000" dirty="0"/>
              <a:t>Identify the contribution of individual components through ablation studies</a:t>
            </a:r>
          </a:p>
        </p:txBody>
      </p:sp>
    </p:spTree>
    <p:extLst>
      <p:ext uri="{BB962C8B-B14F-4D97-AF65-F5344CB8AC3E}">
        <p14:creationId xmlns:p14="http://schemas.microsoft.com/office/powerpoint/2010/main" val="29314624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p:txBody>
          <a:bodyPr/>
          <a:lstStyle/>
          <a:p>
            <a:r>
              <a:rPr lang="en-US" altLang="zh-CN" sz="3200" dirty="0"/>
              <a:t>Research Framework</a:t>
            </a:r>
            <a:endParaRPr lang="en-AU" sz="3200" dirty="0"/>
          </a:p>
        </p:txBody>
      </p:sp>
      <p:sp>
        <p:nvSpPr>
          <p:cNvPr id="3" name="Content Placeholder 2">
            <a:extLst>
              <a:ext uri="{FF2B5EF4-FFF2-40B4-BE49-F238E27FC236}">
                <a16:creationId xmlns:a16="http://schemas.microsoft.com/office/drawing/2014/main" id="{4303A67E-6EFA-DB93-30F6-8692F71BC30B}"/>
              </a:ext>
            </a:extLst>
          </p:cNvPr>
          <p:cNvSpPr>
            <a:spLocks noGrp="1"/>
          </p:cNvSpPr>
          <p:nvPr>
            <p:ph sz="quarter" idx="14"/>
          </p:nvPr>
        </p:nvSpPr>
        <p:spPr>
          <a:xfrm>
            <a:off x="345600" y="1268760"/>
            <a:ext cx="5246344" cy="2125064"/>
          </a:xfrm>
        </p:spPr>
        <p:txBody>
          <a:bodyPr/>
          <a:lstStyle/>
          <a:p>
            <a:pPr lvl="2" indent="0">
              <a:buNone/>
            </a:pPr>
            <a:r>
              <a:rPr lang="en-US" altLang="zh-CN" sz="2000" dirty="0"/>
              <a:t>A closed-loop research framework includes:</a:t>
            </a:r>
          </a:p>
          <a:p>
            <a:pPr>
              <a:buFont typeface="+mj-lt"/>
              <a:buAutoNum type="arabicPeriod"/>
            </a:pPr>
            <a:r>
              <a:rPr lang="en-US" altLang="zh-CN" sz="2000" b="0" dirty="0"/>
              <a:t>Controlled data generation</a:t>
            </a:r>
          </a:p>
          <a:p>
            <a:pPr>
              <a:buFont typeface="+mj-lt"/>
              <a:buAutoNum type="arabicPeriod"/>
            </a:pPr>
            <a:r>
              <a:rPr lang="en-US" altLang="zh-CN" sz="2000" b="0" dirty="0"/>
              <a:t>Quality filtering</a:t>
            </a:r>
          </a:p>
          <a:p>
            <a:pPr>
              <a:buFont typeface="+mj-lt"/>
              <a:buAutoNum type="arabicPeriod"/>
            </a:pPr>
            <a:r>
              <a:rPr lang="en-US" altLang="zh-CN" sz="2000" b="0" dirty="0"/>
              <a:t>Detector training</a:t>
            </a:r>
          </a:p>
          <a:p>
            <a:pPr>
              <a:buFont typeface="+mj-lt"/>
              <a:buAutoNum type="arabicPeriod"/>
            </a:pPr>
            <a:r>
              <a:rPr lang="en-US" altLang="zh-CN" sz="2000" b="0" dirty="0"/>
              <a:t>Multi-level evaluation</a:t>
            </a:r>
          </a:p>
          <a:p>
            <a:pPr lvl="3"/>
            <a:endParaRPr lang="en-US" altLang="zh-CN" sz="1800" b="1" dirty="0">
              <a:latin typeface="+mn-ea"/>
            </a:endParaRPr>
          </a:p>
        </p:txBody>
      </p:sp>
      <p:pic>
        <p:nvPicPr>
          <p:cNvPr id="6" name="图片 5" descr="图片包含 图形用户界面">
            <a:extLst>
              <a:ext uri="{FF2B5EF4-FFF2-40B4-BE49-F238E27FC236}">
                <a16:creationId xmlns:a16="http://schemas.microsoft.com/office/drawing/2014/main" id="{0048279A-173B-F1FB-2672-390812F5E8C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863752" y="2132856"/>
            <a:ext cx="7050038" cy="2935230"/>
          </a:xfrm>
          <a:prstGeom prst="rect">
            <a:avLst/>
          </a:prstGeom>
        </p:spPr>
      </p:pic>
      <p:sp>
        <p:nvSpPr>
          <p:cNvPr id="5" name="矩形 4">
            <a:extLst>
              <a:ext uri="{FF2B5EF4-FFF2-40B4-BE49-F238E27FC236}">
                <a16:creationId xmlns:a16="http://schemas.microsoft.com/office/drawing/2014/main" id="{93776D03-BA43-5424-4C22-E730FCE6CE89}"/>
              </a:ext>
            </a:extLst>
          </p:cNvPr>
          <p:cNvSpPr/>
          <p:nvPr/>
        </p:nvSpPr>
        <p:spPr>
          <a:xfrm>
            <a:off x="4295800" y="5373216"/>
            <a:ext cx="6192688" cy="307777"/>
          </a:xfrm>
          <a:prstGeom prst="rect">
            <a:avLst/>
          </a:prstGeom>
        </p:spPr>
        <p:txBody>
          <a:bodyPr wrap="square">
            <a:spAutoFit/>
          </a:bodyPr>
          <a:lstStyle/>
          <a:p>
            <a:pPr lvl="2"/>
            <a:r>
              <a:rPr lang="en-US" altLang="zh-CN" sz="1400" dirty="0"/>
              <a:t>Figure 5: Pipeline of the closed-loop research framework. </a:t>
            </a:r>
          </a:p>
        </p:txBody>
      </p:sp>
    </p:spTree>
    <p:extLst>
      <p:ext uri="{BB962C8B-B14F-4D97-AF65-F5344CB8AC3E}">
        <p14:creationId xmlns:p14="http://schemas.microsoft.com/office/powerpoint/2010/main" val="14365433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p:txBody>
          <a:bodyPr/>
          <a:lstStyle/>
          <a:p>
            <a:r>
              <a:rPr lang="en-US" altLang="zh-CN" sz="3200" dirty="0"/>
              <a:t>Methodology: Generation Pipeline</a:t>
            </a:r>
            <a:endParaRPr lang="en-AU" sz="3200" dirty="0"/>
          </a:p>
        </p:txBody>
      </p:sp>
      <p:sp>
        <p:nvSpPr>
          <p:cNvPr id="3" name="Content Placeholder 2">
            <a:extLst>
              <a:ext uri="{FF2B5EF4-FFF2-40B4-BE49-F238E27FC236}">
                <a16:creationId xmlns:a16="http://schemas.microsoft.com/office/drawing/2014/main" id="{4303A67E-6EFA-DB93-30F6-8692F71BC30B}"/>
              </a:ext>
            </a:extLst>
          </p:cNvPr>
          <p:cNvSpPr>
            <a:spLocks noGrp="1"/>
          </p:cNvSpPr>
          <p:nvPr>
            <p:ph sz="quarter" idx="14"/>
          </p:nvPr>
        </p:nvSpPr>
        <p:spPr>
          <a:xfrm>
            <a:off x="345600" y="1268760"/>
            <a:ext cx="5030320" cy="4176464"/>
          </a:xfrm>
        </p:spPr>
        <p:txBody>
          <a:bodyPr/>
          <a:lstStyle/>
          <a:p>
            <a:pPr lvl="2"/>
            <a:r>
              <a:rPr lang="en-US" altLang="zh-CN" sz="2000" dirty="0"/>
              <a:t>Framework: </a:t>
            </a:r>
            <a:r>
              <a:rPr lang="en-US" altLang="zh-CN" sz="2000" dirty="0" err="1"/>
              <a:t>ComfyUI</a:t>
            </a:r>
            <a:endParaRPr lang="en-US" altLang="zh-CN" sz="2000" dirty="0"/>
          </a:p>
          <a:p>
            <a:pPr lvl="3"/>
            <a:r>
              <a:rPr lang="en-US" altLang="zh-CN" sz="2000" dirty="0"/>
              <a:t>modular, node-based workflow</a:t>
            </a:r>
          </a:p>
          <a:p>
            <a:pPr lvl="3"/>
            <a:r>
              <a:rPr lang="en-US" altLang="zh-CN" sz="2000" dirty="0"/>
              <a:t>flexible combination &amp; reproducibility</a:t>
            </a:r>
          </a:p>
          <a:p>
            <a:pPr lvl="2"/>
            <a:r>
              <a:rPr lang="en-US" altLang="zh-CN" sz="2000" dirty="0"/>
              <a:t>Core Models: Stable Diffusion, FLUX</a:t>
            </a:r>
          </a:p>
          <a:p>
            <a:pPr lvl="2"/>
            <a:r>
              <a:rPr lang="en-US" altLang="zh-CN" sz="2000" dirty="0"/>
              <a:t>Structural Control: ControlNet</a:t>
            </a:r>
          </a:p>
          <a:p>
            <a:pPr lvl="3"/>
            <a:r>
              <a:rPr lang="en-US" altLang="zh-CN" sz="2000" dirty="0"/>
              <a:t>visual prior conditioning</a:t>
            </a:r>
          </a:p>
          <a:p>
            <a:pPr lvl="3"/>
            <a:r>
              <a:rPr lang="en-US" altLang="zh-CN" sz="2000" dirty="0"/>
              <a:t>ensures spatial and label consistency</a:t>
            </a:r>
          </a:p>
          <a:p>
            <a:pPr lvl="2"/>
            <a:r>
              <a:rPr lang="en-US" altLang="zh-CN" sz="2000" dirty="0"/>
              <a:t>Lightweight Adaptation: </a:t>
            </a:r>
            <a:r>
              <a:rPr lang="en-US" altLang="zh-CN" sz="2000" dirty="0" err="1"/>
              <a:t>LoRA</a:t>
            </a:r>
            <a:endParaRPr lang="en-US" altLang="zh-CN" sz="2000" dirty="0"/>
          </a:p>
          <a:p>
            <a:pPr lvl="3"/>
            <a:r>
              <a:rPr lang="en-US" altLang="zh-CN" sz="2000" dirty="0"/>
              <a:t>efficient domain fine-tuning</a:t>
            </a:r>
          </a:p>
          <a:p>
            <a:pPr lvl="3"/>
            <a:r>
              <a:rPr lang="en-US" altLang="zh-CN" sz="2000" dirty="0"/>
              <a:t>improves realism without full retraining</a:t>
            </a:r>
          </a:p>
          <a:p>
            <a:pPr marL="238878" lvl="3" indent="0">
              <a:buNone/>
            </a:pPr>
            <a:endParaRPr lang="en-US" altLang="zh-CN" sz="1800" b="1" dirty="0">
              <a:latin typeface="+mn-ea"/>
            </a:endParaRPr>
          </a:p>
        </p:txBody>
      </p:sp>
      <p:pic>
        <p:nvPicPr>
          <p:cNvPr id="8" name="图片 7" descr="许多照片放在一起&#10;&#10;描述已自动生成">
            <a:extLst>
              <a:ext uri="{FF2B5EF4-FFF2-40B4-BE49-F238E27FC236}">
                <a16:creationId xmlns:a16="http://schemas.microsoft.com/office/drawing/2014/main" id="{D0B61D39-9613-F2BB-4255-D8E309F2DB4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31904" y="873543"/>
            <a:ext cx="6552728" cy="4694175"/>
          </a:xfrm>
          <a:prstGeom prst="rect">
            <a:avLst/>
          </a:prstGeom>
        </p:spPr>
      </p:pic>
      <p:sp>
        <p:nvSpPr>
          <p:cNvPr id="11" name="矩形 10">
            <a:extLst>
              <a:ext uri="{FF2B5EF4-FFF2-40B4-BE49-F238E27FC236}">
                <a16:creationId xmlns:a16="http://schemas.microsoft.com/office/drawing/2014/main" id="{B2C23386-5EBA-DE8D-33AD-C707471DFCA2}"/>
              </a:ext>
            </a:extLst>
          </p:cNvPr>
          <p:cNvSpPr/>
          <p:nvPr/>
        </p:nvSpPr>
        <p:spPr>
          <a:xfrm>
            <a:off x="3935760" y="5538466"/>
            <a:ext cx="7992888" cy="307777"/>
          </a:xfrm>
          <a:prstGeom prst="rect">
            <a:avLst/>
          </a:prstGeom>
        </p:spPr>
        <p:txBody>
          <a:bodyPr wrap="square">
            <a:spAutoFit/>
          </a:bodyPr>
          <a:lstStyle/>
          <a:p>
            <a:pPr lvl="2"/>
            <a:r>
              <a:rPr lang="en-US" altLang="zh-CN" sz="1400" dirty="0"/>
              <a:t>Figure 6: Current </a:t>
            </a:r>
            <a:r>
              <a:rPr lang="en-US" altLang="zh-CN" sz="1400" dirty="0" err="1"/>
              <a:t>ComfyUI</a:t>
            </a:r>
            <a:r>
              <a:rPr lang="en-US" altLang="zh-CN" sz="1400" dirty="0"/>
              <a:t> workflow using SD3.5 and canny </a:t>
            </a:r>
            <a:r>
              <a:rPr lang="en-US" altLang="zh-CN" sz="1400" dirty="0" err="1"/>
              <a:t>controlnet</a:t>
            </a:r>
            <a:r>
              <a:rPr lang="en-US" altLang="zh-CN" sz="1400" dirty="0"/>
              <a:t> generation.</a:t>
            </a:r>
          </a:p>
        </p:txBody>
      </p:sp>
    </p:spTree>
    <p:extLst>
      <p:ext uri="{BB962C8B-B14F-4D97-AF65-F5344CB8AC3E}">
        <p14:creationId xmlns:p14="http://schemas.microsoft.com/office/powerpoint/2010/main" val="24662186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p:txBody>
          <a:bodyPr/>
          <a:lstStyle/>
          <a:p>
            <a:r>
              <a:rPr lang="en-US" altLang="zh-CN" sz="3200" dirty="0"/>
              <a:t>Methodology: Downstream Task</a:t>
            </a:r>
            <a:endParaRPr lang="en-AU" sz="3200" dirty="0"/>
          </a:p>
        </p:txBody>
      </p:sp>
      <p:sp>
        <p:nvSpPr>
          <p:cNvPr id="3" name="Content Placeholder 2">
            <a:extLst>
              <a:ext uri="{FF2B5EF4-FFF2-40B4-BE49-F238E27FC236}">
                <a16:creationId xmlns:a16="http://schemas.microsoft.com/office/drawing/2014/main" id="{4303A67E-6EFA-DB93-30F6-8692F71BC30B}"/>
              </a:ext>
            </a:extLst>
          </p:cNvPr>
          <p:cNvSpPr>
            <a:spLocks noGrp="1"/>
          </p:cNvSpPr>
          <p:nvPr>
            <p:ph sz="quarter" idx="14"/>
          </p:nvPr>
        </p:nvSpPr>
        <p:spPr>
          <a:xfrm>
            <a:off x="345600" y="1268760"/>
            <a:ext cx="6830520" cy="2880320"/>
          </a:xfrm>
        </p:spPr>
        <p:txBody>
          <a:bodyPr/>
          <a:lstStyle/>
          <a:p>
            <a:pPr lvl="2"/>
            <a:r>
              <a:rPr lang="en-US" altLang="zh-CN" sz="2000" dirty="0">
                <a:latin typeface="+mn-ea"/>
              </a:rPr>
              <a:t>Detection Models: YOLO, RT-DETR</a:t>
            </a:r>
          </a:p>
          <a:p>
            <a:pPr lvl="3"/>
            <a:r>
              <a:rPr lang="en-US" altLang="zh-CN" sz="1800" dirty="0">
                <a:latin typeface="+mn-ea"/>
              </a:rPr>
              <a:t>balance between accuracy and real-time efficiency</a:t>
            </a:r>
          </a:p>
          <a:p>
            <a:pPr lvl="2"/>
            <a:r>
              <a:rPr lang="en-US" altLang="zh-CN" sz="2000" dirty="0">
                <a:latin typeface="+mn-ea"/>
              </a:rPr>
              <a:t>Training Strategy</a:t>
            </a:r>
          </a:p>
          <a:p>
            <a:pPr lvl="3"/>
            <a:r>
              <a:rPr lang="en-US" altLang="zh-CN" sz="1800" dirty="0">
                <a:latin typeface="+mn-ea"/>
              </a:rPr>
              <a:t>mixed ratios of real &amp; synthetic data</a:t>
            </a:r>
          </a:p>
          <a:p>
            <a:pPr lvl="2"/>
            <a:r>
              <a:rPr lang="en-US" altLang="zh-CN" sz="2000" dirty="0">
                <a:latin typeface="+mn-ea"/>
              </a:rPr>
              <a:t>Objective</a:t>
            </a:r>
          </a:p>
          <a:p>
            <a:pPr lvl="3"/>
            <a:r>
              <a:rPr lang="en-US" altLang="zh-CN" sz="1800" dirty="0">
                <a:latin typeface="+mn-ea"/>
              </a:rPr>
              <a:t>quantify value of generative data</a:t>
            </a:r>
          </a:p>
          <a:p>
            <a:pPr lvl="3"/>
            <a:r>
              <a:rPr lang="en-US" altLang="zh-CN" sz="1800" dirty="0">
                <a:latin typeface="+mn-ea"/>
              </a:rPr>
              <a:t>identify optimal balance for cost-effective training</a:t>
            </a:r>
            <a:br>
              <a:rPr lang="en-US" altLang="zh-CN" sz="1400" dirty="0"/>
            </a:br>
            <a:endParaRPr lang="en-US" altLang="zh-CN" sz="1600" b="1" dirty="0">
              <a:latin typeface="+mn-ea"/>
            </a:endParaRPr>
          </a:p>
        </p:txBody>
      </p:sp>
      <p:pic>
        <p:nvPicPr>
          <p:cNvPr id="8" name="图片 7" descr="形状&#10;&#10;低可信度描述已自动生成">
            <a:extLst>
              <a:ext uri="{FF2B5EF4-FFF2-40B4-BE49-F238E27FC236}">
                <a16:creationId xmlns:a16="http://schemas.microsoft.com/office/drawing/2014/main" id="{A98EB840-C58A-847E-2C64-5C4D787D80D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1504" y="4544296"/>
            <a:ext cx="8476471" cy="1332909"/>
          </a:xfrm>
          <a:prstGeom prst="rect">
            <a:avLst/>
          </a:prstGeom>
        </p:spPr>
      </p:pic>
      <p:sp>
        <p:nvSpPr>
          <p:cNvPr id="9" name="矩形 8">
            <a:extLst>
              <a:ext uri="{FF2B5EF4-FFF2-40B4-BE49-F238E27FC236}">
                <a16:creationId xmlns:a16="http://schemas.microsoft.com/office/drawing/2014/main" id="{5B575147-D1AC-F3C1-F37F-10B24BCD5FA5}"/>
              </a:ext>
            </a:extLst>
          </p:cNvPr>
          <p:cNvSpPr/>
          <p:nvPr/>
        </p:nvSpPr>
        <p:spPr>
          <a:xfrm>
            <a:off x="1631504" y="4204161"/>
            <a:ext cx="8208912" cy="307777"/>
          </a:xfrm>
          <a:prstGeom prst="rect">
            <a:avLst/>
          </a:prstGeom>
        </p:spPr>
        <p:txBody>
          <a:bodyPr wrap="square">
            <a:spAutoFit/>
          </a:bodyPr>
          <a:lstStyle/>
          <a:p>
            <a:pPr lvl="2"/>
            <a:r>
              <a:rPr lang="en-US" altLang="zh-CN" sz="1400" dirty="0"/>
              <a:t>Table 1: Planned training configurations with different real–synthetic data ratios. </a:t>
            </a:r>
          </a:p>
        </p:txBody>
      </p:sp>
    </p:spTree>
    <p:extLst>
      <p:ext uri="{BB962C8B-B14F-4D97-AF65-F5344CB8AC3E}">
        <p14:creationId xmlns:p14="http://schemas.microsoft.com/office/powerpoint/2010/main" val="34877261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p:txBody>
          <a:bodyPr/>
          <a:lstStyle/>
          <a:p>
            <a:r>
              <a:rPr lang="en-US" altLang="zh-CN" sz="3200" dirty="0"/>
              <a:t>Evaluation</a:t>
            </a:r>
            <a:endParaRPr lang="en-AU" sz="3200" dirty="0"/>
          </a:p>
        </p:txBody>
      </p:sp>
      <p:sp>
        <p:nvSpPr>
          <p:cNvPr id="3" name="Content Placeholder 2">
            <a:extLst>
              <a:ext uri="{FF2B5EF4-FFF2-40B4-BE49-F238E27FC236}">
                <a16:creationId xmlns:a16="http://schemas.microsoft.com/office/drawing/2014/main" id="{4303A67E-6EFA-DB93-30F6-8692F71BC30B}"/>
              </a:ext>
            </a:extLst>
          </p:cNvPr>
          <p:cNvSpPr>
            <a:spLocks noGrp="1"/>
          </p:cNvSpPr>
          <p:nvPr>
            <p:ph sz="quarter" idx="14"/>
          </p:nvPr>
        </p:nvSpPr>
        <p:spPr>
          <a:xfrm>
            <a:off x="345600" y="1268760"/>
            <a:ext cx="5030320" cy="5112568"/>
          </a:xfrm>
        </p:spPr>
        <p:txBody>
          <a:bodyPr/>
          <a:lstStyle/>
          <a:p>
            <a:pPr lvl="2"/>
            <a:r>
              <a:rPr lang="en-US" altLang="zh-CN" sz="2000" dirty="0"/>
              <a:t>Downstream Performance</a:t>
            </a:r>
          </a:p>
          <a:p>
            <a:pPr lvl="3"/>
            <a:r>
              <a:rPr lang="en-US" altLang="zh-CN" sz="1800" dirty="0" err="1"/>
              <a:t>mAP</a:t>
            </a:r>
            <a:r>
              <a:rPr lang="en-US" altLang="zh-CN" sz="1800" dirty="0"/>
              <a:t>, AP50</a:t>
            </a:r>
          </a:p>
          <a:p>
            <a:pPr lvl="3"/>
            <a:r>
              <a:rPr lang="en-US" altLang="zh-CN" sz="1800" dirty="0"/>
              <a:t>task-oriented measure</a:t>
            </a:r>
          </a:p>
          <a:p>
            <a:pPr lvl="3"/>
            <a:endParaRPr lang="en-US" altLang="zh-CN" sz="1800" dirty="0"/>
          </a:p>
          <a:p>
            <a:pPr lvl="2"/>
            <a:r>
              <a:rPr lang="en-US" altLang="zh-CN" sz="2000" dirty="0"/>
              <a:t>Perceptual Quality</a:t>
            </a:r>
          </a:p>
          <a:p>
            <a:pPr lvl="3"/>
            <a:r>
              <a:rPr lang="en-US" altLang="zh-CN" sz="1800" dirty="0"/>
              <a:t>FID, IS</a:t>
            </a:r>
          </a:p>
          <a:p>
            <a:pPr lvl="3"/>
            <a:r>
              <a:rPr lang="en-US" altLang="zh-CN" sz="1800" dirty="0"/>
              <a:t>fidelity &amp; diversity</a:t>
            </a:r>
          </a:p>
          <a:p>
            <a:pPr lvl="2"/>
            <a:r>
              <a:rPr lang="en-US" altLang="zh-CN" sz="2000" dirty="0"/>
              <a:t>Semantic Consistency</a:t>
            </a:r>
          </a:p>
          <a:p>
            <a:pPr lvl="3"/>
            <a:r>
              <a:rPr lang="en-US" altLang="zh-CN" sz="1800" dirty="0"/>
              <a:t>CLIP / DINOv2 Score</a:t>
            </a:r>
          </a:p>
          <a:p>
            <a:pPr lvl="3"/>
            <a:r>
              <a:rPr lang="en-US" altLang="zh-CN" sz="1800" dirty="0"/>
              <a:t>alignment with labels</a:t>
            </a:r>
          </a:p>
          <a:p>
            <a:pPr lvl="2"/>
            <a:r>
              <a:rPr lang="en-US" altLang="zh-CN" sz="2000" dirty="0"/>
              <a:t>Human Evaluation</a:t>
            </a:r>
          </a:p>
          <a:p>
            <a:pPr lvl="3"/>
            <a:r>
              <a:rPr lang="en-US" altLang="zh-CN" sz="1800" dirty="0"/>
              <a:t>subjective realism &amp; annotation faithfulness</a:t>
            </a:r>
          </a:p>
          <a:p>
            <a:pPr lvl="3"/>
            <a:r>
              <a:rPr lang="en-US" altLang="zh-CN" sz="1800" dirty="0"/>
              <a:t>complements automated metrics</a:t>
            </a:r>
            <a:endParaRPr lang="en-US" altLang="zh-CN" sz="1800" dirty="0">
              <a:latin typeface="+mn-ea"/>
            </a:endParaRPr>
          </a:p>
        </p:txBody>
      </p:sp>
      <p:pic>
        <p:nvPicPr>
          <p:cNvPr id="6" name="图片 5" descr="一些人在路上骑机车&#10;&#10;描述已自动生成">
            <a:extLst>
              <a:ext uri="{FF2B5EF4-FFF2-40B4-BE49-F238E27FC236}">
                <a16:creationId xmlns:a16="http://schemas.microsoft.com/office/drawing/2014/main" id="{825460EF-9750-C80D-9C83-63CB0D8E77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11463" y="1663806"/>
            <a:ext cx="7161201" cy="3530387"/>
          </a:xfrm>
          <a:prstGeom prst="rect">
            <a:avLst/>
          </a:prstGeom>
        </p:spPr>
      </p:pic>
      <p:sp>
        <p:nvSpPr>
          <p:cNvPr id="7" name="矩形 6">
            <a:extLst>
              <a:ext uri="{FF2B5EF4-FFF2-40B4-BE49-F238E27FC236}">
                <a16:creationId xmlns:a16="http://schemas.microsoft.com/office/drawing/2014/main" id="{5E52DD5A-A525-84DB-7513-B984EDCF6A59}"/>
              </a:ext>
            </a:extLst>
          </p:cNvPr>
          <p:cNvSpPr/>
          <p:nvPr/>
        </p:nvSpPr>
        <p:spPr>
          <a:xfrm>
            <a:off x="4367808" y="5218083"/>
            <a:ext cx="7992888" cy="307777"/>
          </a:xfrm>
          <a:prstGeom prst="rect">
            <a:avLst/>
          </a:prstGeom>
        </p:spPr>
        <p:txBody>
          <a:bodyPr wrap="square">
            <a:spAutoFit/>
          </a:bodyPr>
          <a:lstStyle/>
          <a:p>
            <a:pPr lvl="2"/>
            <a:r>
              <a:rPr lang="en-US" altLang="zh-CN" sz="1400" dirty="0"/>
              <a:t>Figure 7: Higher CLIP/DINOv2 scores indicate stronger semantic faithfulness.</a:t>
            </a:r>
          </a:p>
        </p:txBody>
      </p:sp>
    </p:spTree>
    <p:extLst>
      <p:ext uri="{BB962C8B-B14F-4D97-AF65-F5344CB8AC3E}">
        <p14:creationId xmlns:p14="http://schemas.microsoft.com/office/powerpoint/2010/main" val="36499073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a:xfrm>
            <a:off x="345600" y="342000"/>
            <a:ext cx="9695205" cy="531544"/>
          </a:xfrm>
        </p:spPr>
        <p:txBody>
          <a:bodyPr/>
          <a:lstStyle/>
          <a:p>
            <a:r>
              <a:rPr lang="en-US" altLang="zh-CN" sz="3200" dirty="0"/>
              <a:t>Expected Contributions</a:t>
            </a:r>
            <a:endParaRPr lang="en-AU" sz="3200" dirty="0"/>
          </a:p>
        </p:txBody>
      </p:sp>
      <p:sp>
        <p:nvSpPr>
          <p:cNvPr id="3" name="Content Placeholder 2">
            <a:extLst>
              <a:ext uri="{FF2B5EF4-FFF2-40B4-BE49-F238E27FC236}">
                <a16:creationId xmlns:a16="http://schemas.microsoft.com/office/drawing/2014/main" id="{4303A67E-6EFA-DB93-30F6-8692F71BC30B}"/>
              </a:ext>
            </a:extLst>
          </p:cNvPr>
          <p:cNvSpPr>
            <a:spLocks noGrp="1"/>
          </p:cNvSpPr>
          <p:nvPr>
            <p:ph sz="quarter" idx="14"/>
          </p:nvPr>
        </p:nvSpPr>
        <p:spPr>
          <a:xfrm>
            <a:off x="345600" y="1192856"/>
            <a:ext cx="9854856" cy="3964336"/>
          </a:xfrm>
        </p:spPr>
        <p:txBody>
          <a:bodyPr/>
          <a:lstStyle/>
          <a:p>
            <a:pPr marL="342900" indent="-342900">
              <a:lnSpc>
                <a:spcPct val="150000"/>
              </a:lnSpc>
              <a:buFont typeface="Arial" panose="020B0604020202020204" pitchFamily="34" charset="0"/>
              <a:buChar char="•"/>
            </a:pPr>
            <a:r>
              <a:rPr lang="en-US" altLang="zh-CN" sz="2000" dirty="0"/>
              <a:t>Clarify the domain gap </a:t>
            </a:r>
            <a:r>
              <a:rPr lang="en-US" altLang="zh-CN" sz="2000" b="0" dirty="0"/>
              <a:t>between real and synthetic data and quantify its impact on object detection accuracy.</a:t>
            </a:r>
          </a:p>
          <a:p>
            <a:pPr marL="342900" indent="-342900">
              <a:lnSpc>
                <a:spcPct val="150000"/>
              </a:lnSpc>
              <a:buFont typeface="Arial" panose="020B0604020202020204" pitchFamily="34" charset="0"/>
              <a:buChar char="•"/>
            </a:pPr>
            <a:r>
              <a:rPr lang="en-US" altLang="zh-CN" sz="2000" dirty="0"/>
              <a:t>Demonstrate the transferability </a:t>
            </a:r>
            <a:r>
              <a:rPr lang="en-US" altLang="zh-CN" sz="2000" b="0" dirty="0"/>
              <a:t>of detectors trained on synthetic data to real-world environments.</a:t>
            </a:r>
          </a:p>
          <a:p>
            <a:pPr marL="342900" indent="-342900">
              <a:lnSpc>
                <a:spcPct val="150000"/>
              </a:lnSpc>
              <a:buFont typeface="Arial" panose="020B0604020202020204" pitchFamily="34" charset="0"/>
              <a:buChar char="•"/>
            </a:pPr>
            <a:r>
              <a:rPr lang="en-US" altLang="zh-CN" sz="2000" dirty="0"/>
              <a:t>Establish evaluation criteria </a:t>
            </a:r>
            <a:r>
              <a:rPr lang="en-US" altLang="zh-CN" sz="2000" b="0" dirty="0"/>
              <a:t>connecting image diversity, realism, and annotation consistency to detection performance.</a:t>
            </a:r>
          </a:p>
          <a:p>
            <a:pPr marL="342900" indent="-342900">
              <a:lnSpc>
                <a:spcPct val="150000"/>
              </a:lnSpc>
              <a:buFont typeface="Arial" panose="020B0604020202020204" pitchFamily="34" charset="0"/>
              <a:buChar char="•"/>
            </a:pPr>
            <a:r>
              <a:rPr lang="en-US" altLang="zh-CN" sz="2000" dirty="0"/>
              <a:t>Formulate practical guidelines </a:t>
            </a:r>
            <a:r>
              <a:rPr lang="en-US" altLang="zh-CN" sz="2000" b="0" dirty="0"/>
              <a:t>for integrating generative data into object detection training pipelines.</a:t>
            </a:r>
          </a:p>
          <a:p>
            <a:pPr lvl="3"/>
            <a:endParaRPr lang="en-AU" sz="2000" dirty="0">
              <a:latin typeface="+mn-ea"/>
            </a:endParaRPr>
          </a:p>
        </p:txBody>
      </p:sp>
    </p:spTree>
    <p:extLst>
      <p:ext uri="{BB962C8B-B14F-4D97-AF65-F5344CB8AC3E}">
        <p14:creationId xmlns:p14="http://schemas.microsoft.com/office/powerpoint/2010/main" val="5439298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p:txBody>
          <a:bodyPr/>
          <a:lstStyle/>
          <a:p>
            <a:r>
              <a:rPr lang="en-US" altLang="zh-CN" sz="3200" dirty="0"/>
              <a:t>Reference</a:t>
            </a:r>
            <a:endParaRPr lang="en-AU" sz="3200" dirty="0"/>
          </a:p>
        </p:txBody>
      </p:sp>
      <p:sp>
        <p:nvSpPr>
          <p:cNvPr id="3" name="Content Placeholder 2">
            <a:extLst>
              <a:ext uri="{FF2B5EF4-FFF2-40B4-BE49-F238E27FC236}">
                <a16:creationId xmlns:a16="http://schemas.microsoft.com/office/drawing/2014/main" id="{4303A67E-6EFA-DB93-30F6-8692F71BC30B}"/>
              </a:ext>
            </a:extLst>
          </p:cNvPr>
          <p:cNvSpPr>
            <a:spLocks noGrp="1"/>
          </p:cNvSpPr>
          <p:nvPr>
            <p:ph sz="quarter" idx="14"/>
          </p:nvPr>
        </p:nvSpPr>
        <p:spPr>
          <a:xfrm>
            <a:off x="345599" y="1665636"/>
            <a:ext cx="10430921" cy="3851596"/>
          </a:xfrm>
        </p:spPr>
        <p:txBody>
          <a:bodyPr/>
          <a:lstStyle/>
          <a:p>
            <a:pPr marL="457200" lvl="2" indent="-457200">
              <a:buFont typeface="+mj-lt"/>
              <a:buAutoNum type="arabicPeriod"/>
            </a:pPr>
            <a:r>
              <a:rPr lang="en-US" altLang="zh-CN" sz="1600" b="0" i="0" dirty="0">
                <a:solidFill>
                  <a:srgbClr val="333333"/>
                </a:solidFill>
                <a:effectLst/>
                <a:latin typeface="HelveticaNeue Regular"/>
              </a:rPr>
              <a:t>H. Fang, B. Han, S. Zhang, S. Zhou, C. Hu and W. -M. Ye, "Data Augmentation for Object Detection via Controllable Diffusion Models," </a:t>
            </a:r>
            <a:r>
              <a:rPr lang="en-US" altLang="zh-CN" sz="1600" b="0" i="1" dirty="0">
                <a:solidFill>
                  <a:srgbClr val="333333"/>
                </a:solidFill>
                <a:effectLst/>
                <a:latin typeface="HelveticaNeue Regular"/>
              </a:rPr>
              <a:t>2024 IEEE/CVF Winter Conference on Applications of Computer Vision (WACV)</a:t>
            </a:r>
            <a:r>
              <a:rPr lang="en-US" altLang="zh-CN" sz="1600" b="0" i="0" dirty="0">
                <a:solidFill>
                  <a:srgbClr val="333333"/>
                </a:solidFill>
                <a:effectLst/>
                <a:latin typeface="HelveticaNeue Regular"/>
              </a:rPr>
              <a:t>, Waikoloa, HI, USA, 2024, pp. 1246-1255, </a:t>
            </a:r>
            <a:r>
              <a:rPr lang="en-US" altLang="zh-CN" sz="1600" b="0" i="0" dirty="0" err="1">
                <a:solidFill>
                  <a:srgbClr val="333333"/>
                </a:solidFill>
                <a:effectLst/>
                <a:latin typeface="HelveticaNeue Regular"/>
              </a:rPr>
              <a:t>doi</a:t>
            </a:r>
            <a:r>
              <a:rPr lang="en-US" altLang="zh-CN" sz="1600" b="0" i="0" dirty="0">
                <a:solidFill>
                  <a:srgbClr val="333333"/>
                </a:solidFill>
                <a:effectLst/>
                <a:latin typeface="HelveticaNeue Regular"/>
              </a:rPr>
              <a:t>: 10.1109/WACV57701.2024.00129.</a:t>
            </a:r>
          </a:p>
          <a:p>
            <a:pPr marL="457200" lvl="2" indent="-457200">
              <a:buFont typeface="+mj-lt"/>
              <a:buAutoNum type="arabicPeriod"/>
            </a:pPr>
            <a:r>
              <a:rPr lang="en-US" altLang="zh-CN" sz="1600" b="0" i="0" dirty="0">
                <a:solidFill>
                  <a:srgbClr val="333333"/>
                </a:solidFill>
                <a:effectLst/>
                <a:latin typeface="HelveticaNeue Regular"/>
              </a:rPr>
              <a:t>L. Zhang, A. Rao and M. </a:t>
            </a:r>
            <a:r>
              <a:rPr lang="en-US" altLang="zh-CN" sz="1600" b="0" i="0" dirty="0" err="1">
                <a:solidFill>
                  <a:srgbClr val="333333"/>
                </a:solidFill>
                <a:effectLst/>
                <a:latin typeface="HelveticaNeue Regular"/>
              </a:rPr>
              <a:t>Agrawala</a:t>
            </a:r>
            <a:r>
              <a:rPr lang="en-US" altLang="zh-CN" sz="1600" b="0" i="0" dirty="0">
                <a:solidFill>
                  <a:srgbClr val="333333"/>
                </a:solidFill>
                <a:effectLst/>
                <a:latin typeface="HelveticaNeue Regular"/>
              </a:rPr>
              <a:t>, "Adding Conditional Control to Text-to-Image Diffusion Models," </a:t>
            </a:r>
            <a:r>
              <a:rPr lang="en-US" altLang="zh-CN" sz="1600" b="0" i="1" dirty="0">
                <a:solidFill>
                  <a:srgbClr val="333333"/>
                </a:solidFill>
                <a:effectLst/>
                <a:latin typeface="HelveticaNeue Regular"/>
              </a:rPr>
              <a:t>2023 IEEE/CVF International Conference on Computer Vision (ICCV)</a:t>
            </a:r>
            <a:r>
              <a:rPr lang="en-US" altLang="zh-CN" sz="1600" b="0" i="0" dirty="0">
                <a:solidFill>
                  <a:srgbClr val="333333"/>
                </a:solidFill>
                <a:effectLst/>
                <a:latin typeface="HelveticaNeue Regular"/>
              </a:rPr>
              <a:t>, Paris, France, 2023, pp. 3813-3824, </a:t>
            </a:r>
            <a:r>
              <a:rPr lang="en-US" altLang="zh-CN" sz="1600" b="0" i="0" dirty="0" err="1">
                <a:solidFill>
                  <a:srgbClr val="333333"/>
                </a:solidFill>
                <a:effectLst/>
                <a:latin typeface="HelveticaNeue Regular"/>
              </a:rPr>
              <a:t>doi</a:t>
            </a:r>
            <a:r>
              <a:rPr lang="en-US" altLang="zh-CN" sz="1600" b="0" i="0" dirty="0">
                <a:solidFill>
                  <a:srgbClr val="333333"/>
                </a:solidFill>
                <a:effectLst/>
                <a:latin typeface="HelveticaNeue Regular"/>
              </a:rPr>
              <a:t>: 10.1109/ICCV51070.2023.00355.</a:t>
            </a:r>
            <a:endParaRPr lang="en-US" altLang="zh-CN" sz="1600" dirty="0">
              <a:solidFill>
                <a:srgbClr val="333333"/>
              </a:solidFill>
              <a:latin typeface="HelveticaNeue Regular"/>
            </a:endParaRPr>
          </a:p>
          <a:p>
            <a:pPr marL="457200" lvl="2" indent="-457200">
              <a:buFont typeface="+mj-lt"/>
              <a:buAutoNum type="arabicPeriod"/>
            </a:pPr>
            <a:r>
              <a:rPr lang="en-US" altLang="zh-CN" sz="1600" b="0" i="0" dirty="0">
                <a:solidFill>
                  <a:srgbClr val="222222"/>
                </a:solidFill>
                <a:effectLst/>
                <a:latin typeface="Arial" panose="020B0604020202020204" pitchFamily="34" charset="0"/>
              </a:rPr>
              <a:t>Hu, E.J., Shen, Y., Wallis, P., Allen-Zhu, Z., Li, Y., Wang, S., Wang, L. and Chen, W., 2022. Lora: Low-rank adaptation of large language models. ICLR, 1(2), p.3.</a:t>
            </a:r>
          </a:p>
          <a:p>
            <a:pPr marL="457200" lvl="2" indent="-457200">
              <a:buFont typeface="+mj-lt"/>
              <a:buAutoNum type="arabicPeriod"/>
            </a:pPr>
            <a:r>
              <a:rPr lang="en-US" altLang="zh-CN" sz="1600" b="0" i="0" dirty="0" err="1">
                <a:solidFill>
                  <a:srgbClr val="222222"/>
                </a:solidFill>
                <a:effectLst/>
                <a:latin typeface="Arial" panose="020B0604020202020204" pitchFamily="34" charset="0"/>
              </a:rPr>
              <a:t>Nowruzi</a:t>
            </a:r>
            <a:r>
              <a:rPr lang="en-US" altLang="zh-CN" sz="1600" b="0" i="0" dirty="0">
                <a:solidFill>
                  <a:srgbClr val="222222"/>
                </a:solidFill>
                <a:effectLst/>
                <a:latin typeface="Arial" panose="020B0604020202020204" pitchFamily="34" charset="0"/>
              </a:rPr>
              <a:t>, Farzan </a:t>
            </a:r>
            <a:r>
              <a:rPr lang="en-US" altLang="zh-CN" sz="1600" b="0" i="0" dirty="0" err="1">
                <a:solidFill>
                  <a:srgbClr val="222222"/>
                </a:solidFill>
                <a:effectLst/>
                <a:latin typeface="Arial" panose="020B0604020202020204" pitchFamily="34" charset="0"/>
              </a:rPr>
              <a:t>Erlik</a:t>
            </a:r>
            <a:r>
              <a:rPr lang="en-US" altLang="zh-CN" sz="1600" b="0" i="0" dirty="0">
                <a:solidFill>
                  <a:srgbClr val="222222"/>
                </a:solidFill>
                <a:effectLst/>
                <a:latin typeface="Arial" panose="020B0604020202020204" pitchFamily="34" charset="0"/>
              </a:rPr>
              <a:t>, et al. "How much real data do we actually need: Analyzing object detection performance using synthetic and real data." </a:t>
            </a:r>
            <a:r>
              <a:rPr lang="en-US" altLang="zh-CN" sz="1600" b="0" i="1" dirty="0" err="1">
                <a:solidFill>
                  <a:srgbClr val="222222"/>
                </a:solidFill>
                <a:effectLst/>
                <a:latin typeface="Arial" panose="020B0604020202020204" pitchFamily="34" charset="0"/>
              </a:rPr>
              <a:t>arXiv</a:t>
            </a:r>
            <a:r>
              <a:rPr lang="en-US" altLang="zh-CN" sz="1600" b="0" i="1" dirty="0">
                <a:solidFill>
                  <a:srgbClr val="222222"/>
                </a:solidFill>
                <a:effectLst/>
                <a:latin typeface="Arial" panose="020B0604020202020204" pitchFamily="34" charset="0"/>
              </a:rPr>
              <a:t> preprint arXiv:1907.07061</a:t>
            </a:r>
            <a:r>
              <a:rPr lang="en-US" altLang="zh-CN" sz="1600" b="0" i="0" dirty="0">
                <a:solidFill>
                  <a:srgbClr val="222222"/>
                </a:solidFill>
                <a:effectLst/>
                <a:latin typeface="Arial" panose="020B0604020202020204" pitchFamily="34" charset="0"/>
              </a:rPr>
              <a:t> (2019).</a:t>
            </a:r>
            <a:endParaRPr lang="en-US" altLang="zh-CN" sz="2000" dirty="0">
              <a:solidFill>
                <a:schemeClr val="tx1"/>
              </a:solidFill>
            </a:endParaRPr>
          </a:p>
        </p:txBody>
      </p:sp>
    </p:spTree>
    <p:extLst>
      <p:ext uri="{BB962C8B-B14F-4D97-AF65-F5344CB8AC3E}">
        <p14:creationId xmlns:p14="http://schemas.microsoft.com/office/powerpoint/2010/main" val="6087569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p:txBody>
          <a:bodyPr/>
          <a:lstStyle/>
          <a:p>
            <a:r>
              <a:rPr lang="en-US" altLang="zh-CN" sz="3200" dirty="0"/>
              <a:t>Appendix</a:t>
            </a:r>
            <a:endParaRPr lang="en-AU" sz="3200" dirty="0"/>
          </a:p>
        </p:txBody>
      </p:sp>
      <p:pic>
        <p:nvPicPr>
          <p:cNvPr id="3" name="图片 2" descr="手机屏幕截图&#10;&#10;描述已自动生成">
            <a:extLst>
              <a:ext uri="{FF2B5EF4-FFF2-40B4-BE49-F238E27FC236}">
                <a16:creationId xmlns:a16="http://schemas.microsoft.com/office/drawing/2014/main" id="{1E68B47E-B372-81C4-E10B-6937258216DF}"/>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2528" b="96367" l="113" r="99775">
                        <a14:foregroundMark x1="34234" y1="28436" x2="34234" y2="28436"/>
                        <a14:foregroundMark x1="35586" y1="27014" x2="35586" y2="27014"/>
                        <a14:foregroundMark x1="34009" y1="27804" x2="34009" y2="27804"/>
                        <a14:foregroundMark x1="32207" y1="29068" x2="32207" y2="29068"/>
                        <a14:foregroundMark x1="36599" y1="29858" x2="36599" y2="29858"/>
                        <a14:foregroundMark x1="36149" y1="28594" x2="36149" y2="28594"/>
                        <a14:foregroundMark x1="32432" y1="28752" x2="32432" y2="28752"/>
                        <a14:foregroundMark x1="31532" y1="36019" x2="31532" y2="36019"/>
                        <a14:foregroundMark x1="29505" y1="41548" x2="29505" y2="41548"/>
                        <a14:foregroundMark x1="33559" y1="43602" x2="33559" y2="43602"/>
                        <a14:foregroundMark x1="30631" y1="47709" x2="30631" y2="47709"/>
                        <a14:foregroundMark x1="30068" y1="47867" x2="30068" y2="47867"/>
                        <a14:foregroundMark x1="9459" y1="61137" x2="9459" y2="61137"/>
                        <a14:foregroundMark x1="7207" y1="61453" x2="6532" y2="61453"/>
                        <a14:foregroundMark x1="4167" y1="61295" x2="4167" y2="61295"/>
                        <a14:foregroundMark x1="3491" y1="59874" x2="3491" y2="59874"/>
                        <a14:foregroundMark x1="3153" y1="58610" x2="3153" y2="58610"/>
                        <a14:foregroundMark x1="9122" y1="58294" x2="9122" y2="58294"/>
                        <a14:foregroundMark x1="10811" y1="57188" x2="10811" y2="57188"/>
                        <a14:foregroundMark x1="14977" y1="61927" x2="14977" y2="61927"/>
                        <a14:foregroundMark x1="17117" y1="64771" x2="17117" y2="64771"/>
                        <a14:foregroundMark x1="20383" y1="66035" x2="20383" y2="66035"/>
                        <a14:foregroundMark x1="21171" y1="62401" x2="21171" y2="62401"/>
                        <a14:foregroundMark x1="18919" y1="58452" x2="19369" y2="58294"/>
                        <a14:foregroundMark x1="21622" y1="58294" x2="21622" y2="58294"/>
                        <a14:foregroundMark x1="10135" y1="64139" x2="10135" y2="64139"/>
                        <a14:foregroundMark x1="8221" y1="67141" x2="8221" y2="67141"/>
                        <a14:foregroundMark x1="5293" y1="68088" x2="4842" y2="67773"/>
                        <a14:foregroundMark x1="2365" y1="66825" x2="2365" y2="66825"/>
                        <a14:foregroundMark x1="1914" y1="64297" x2="2477" y2="61611"/>
                        <a14:foregroundMark x1="3829" y1="59558" x2="3829" y2="59558"/>
                        <a14:foregroundMark x1="30068" y1="63191" x2="30068" y2="63191"/>
                        <a14:foregroundMark x1="34797" y1="95103" x2="34797" y2="95103"/>
                        <a14:foregroundMark x1="32995" y1="97156" x2="32995" y2="97156"/>
                        <a14:foregroundMark x1="34797" y1="93207" x2="34797" y2="93207"/>
                        <a14:foregroundMark x1="78153" y1="87204" x2="78153" y2="87204"/>
                        <a14:foregroundMark x1="80405" y1="88942" x2="80405" y2="88942"/>
                        <a14:foregroundMark x1="84459" y1="89258" x2="84459" y2="89258"/>
                        <a14:foregroundMark x1="73536" y1="88468" x2="71847" y2="88468"/>
                        <a14:foregroundMark x1="70833" y1="88468" x2="70833" y2="88468"/>
                        <a14:foregroundMark x1="82883" y1="89415" x2="84009" y2="89415"/>
                        <a14:foregroundMark x1="85811" y1="89415" x2="85023" y2="89415"/>
                        <a14:foregroundMark x1="79955" y1="89258" x2="84234" y2="87520"/>
                        <a14:foregroundMark x1="81869" y1="82780" x2="81869" y2="82780"/>
                        <a14:foregroundMark x1="79955" y1="82622" x2="77590" y2="82622"/>
                        <a14:foregroundMark x1="75338" y1="82780" x2="74099" y2="82938"/>
                        <a14:foregroundMark x1="71396" y1="83096" x2="71396" y2="83096"/>
                        <a14:foregroundMark x1="71959" y1="80569" x2="71959" y2="80569"/>
                        <a14:foregroundMark x1="70608" y1="80569" x2="70608" y2="80569"/>
                        <a14:foregroundMark x1="81982" y1="81991" x2="81982" y2="81991"/>
                        <a14:foregroundMark x1="84797" y1="82464" x2="84797" y2="82464"/>
                        <a14:foregroundMark x1="82658" y1="82464" x2="82658" y2="82464"/>
                        <a14:foregroundMark x1="88063" y1="59716" x2="88063" y2="59716"/>
                        <a14:foregroundMark x1="83108" y1="60664" x2="83108" y2="60664"/>
                        <a14:foregroundMark x1="94482" y1="61611" x2="94482" y2="61611"/>
                        <a14:foregroundMark x1="96171" y1="60348" x2="96171" y2="60348"/>
                        <a14:foregroundMark x1="96959" y1="63033" x2="97072" y2="63823"/>
                        <a14:foregroundMark x1="97185" y1="65719" x2="97185" y2="65719"/>
                        <a14:foregroundMark x1="64077" y1="7899" x2="64077" y2="7899"/>
                        <a14:foregroundMark x1="62950" y1="4897" x2="62950" y2="4897"/>
                        <a14:foregroundMark x1="68018" y1="3633" x2="68468" y2="3633"/>
                        <a14:foregroundMark x1="70045" y1="3633" x2="70045" y2="3633"/>
                        <a14:foregroundMark x1="68468" y1="25276" x2="68468" y2="25276"/>
                        <a14:foregroundMark x1="70270" y1="25592" x2="70270" y2="25592"/>
                        <a14:foregroundMark x1="64865" y1="3002" x2="64865" y2="3002"/>
                        <a14:foregroundMark x1="63851" y1="3002" x2="63851" y2="3002"/>
                        <a14:foregroundMark x1="66104" y1="65245" x2="66104" y2="65245"/>
                        <a14:foregroundMark x1="70270" y1="64771" x2="70270" y2="64771"/>
                        <a14:foregroundMark x1="42905" y1="63033" x2="42905" y2="63033"/>
                        <a14:foregroundMark x1="43243" y1="59874" x2="43243" y2="59874"/>
                        <a14:foregroundMark x1="43806" y1="63823" x2="43806" y2="63823"/>
                        <a14:foregroundMark x1="56982" y1="61769" x2="56982" y2="61769"/>
                        <a14:foregroundMark x1="75901" y1="61769" x2="75901" y2="61769"/>
                        <a14:foregroundMark x1="74662" y1="59558" x2="74662" y2="59558"/>
                        <a14:foregroundMark x1="75338" y1="56398" x2="75338" y2="56398"/>
                        <a14:foregroundMark x1="75563" y1="52607" x2="75563" y2="51501"/>
                        <a14:foregroundMark x1="75450" y1="48657" x2="75450" y2="47709"/>
                        <a14:foregroundMark x1="75450" y1="45182" x2="75450" y2="45182"/>
                        <a14:foregroundMark x1="74662" y1="57188" x2="74550" y2="57662"/>
                        <a14:foregroundMark x1="74550" y1="61137" x2="74550" y2="62085"/>
                        <a14:foregroundMark x1="71959" y1="63349" x2="71959" y2="63349"/>
                        <a14:foregroundMark x1="76464" y1="63191" x2="77703" y2="63033"/>
                        <a14:foregroundMark x1="78716" y1="62875" x2="78716" y2="62875"/>
                        <a14:foregroundMark x1="76014" y1="59242" x2="75676" y2="50079"/>
                        <a14:foregroundMark x1="65878" y1="48973" x2="66104" y2="38547"/>
                        <a14:foregroundMark x1="66441" y1="29068" x2="65991" y2="34439"/>
                        <a14:foregroundMark x1="66104" y1="29068" x2="45608" y2="30648"/>
                        <a14:foregroundMark x1="45608" y1="30648" x2="66779" y2="27646"/>
                        <a14:foregroundMark x1="66667" y1="28436" x2="39752" y2="29700"/>
                        <a14:foregroundMark x1="39752" y1="29700" x2="53153" y2="27488"/>
                        <a14:foregroundMark x1="53153" y1="27488" x2="60923" y2="27488"/>
                        <a14:foregroundMark x1="34685" y1="31596" x2="35248" y2="33017"/>
                        <a14:foregroundMark x1="42905" y1="45972" x2="41779" y2="81517"/>
                        <a14:foregroundMark x1="42905" y1="65877" x2="43581" y2="77409"/>
                        <a14:foregroundMark x1="72748" y1="81675" x2="77027" y2="82464"/>
                        <a14:foregroundMark x1="71509" y1="89889" x2="85473" y2="88152"/>
                        <a14:foregroundMark x1="85473" y1="88152" x2="86824" y2="88468"/>
                        <a14:foregroundMark x1="75676" y1="83570" x2="75676" y2="83570"/>
                        <a14:foregroundMark x1="77815" y1="83570" x2="79842" y2="83570"/>
                        <a14:foregroundMark x1="82995" y1="83254" x2="85023" y2="83254"/>
                        <a14:foregroundMark x1="85023" y1="83254" x2="84910" y2="84202"/>
                        <a14:foregroundMark x1="82883" y1="87046" x2="82658" y2="87520"/>
                        <a14:foregroundMark x1="81532" y1="84518" x2="76351" y2="82622"/>
                        <a14:foregroundMark x1="74550" y1="82306" x2="72072" y2="82306"/>
                        <a14:foregroundMark x1="71847" y1="82464" x2="83108" y2="80885"/>
                        <a14:foregroundMark x1="71509" y1="81043" x2="84009" y2="81517"/>
                        <a14:foregroundMark x1="82095" y1="81517" x2="84685" y2="83728"/>
                        <a14:foregroundMark x1="84572" y1="88784" x2="85923" y2="87994"/>
                        <a14:foregroundMark x1="86149" y1="88468" x2="85135" y2="88942"/>
                        <a14:foregroundMark x1="82095" y1="89731" x2="75788" y2="89731"/>
                        <a14:foregroundMark x1="74775" y1="89573" x2="70833" y2="90363"/>
                        <a14:foregroundMark x1="69595" y1="90363" x2="69595" y2="90363"/>
                        <a14:foregroundMark x1="69932" y1="86572" x2="70270" y2="84202"/>
                        <a14:foregroundMark x1="70495" y1="81833" x2="69820" y2="90363"/>
                        <a14:foregroundMark x1="70383" y1="82464" x2="77928" y2="81991"/>
                        <a14:foregroundMark x1="70495" y1="80569" x2="74550" y2="79779"/>
                        <a14:foregroundMark x1="70946" y1="79621" x2="86261" y2="80727"/>
                        <a14:foregroundMark x1="86261" y1="80727" x2="84910" y2="82780"/>
                        <a14:foregroundMark x1="83221" y1="81517" x2="83221" y2="81517"/>
                        <a14:foregroundMark x1="84122" y1="81517" x2="84234" y2="82622"/>
                        <a14:foregroundMark x1="84685" y1="84202" x2="84797" y2="85782"/>
                        <a14:foregroundMark x1="84910" y1="87994" x2="71959" y2="80885"/>
                        <a14:foregroundMark x1="71959" y1="80885" x2="85811" y2="80253"/>
                        <a14:foregroundMark x1="85811" y1="80253" x2="86261" y2="82622"/>
                        <a14:foregroundMark x1="86599" y1="87836" x2="84234" y2="88626"/>
                        <a14:foregroundMark x1="83559" y1="90047" x2="82432" y2="90047"/>
                        <a14:foregroundMark x1="82432" y1="89889" x2="82432" y2="89889"/>
                        <a14:foregroundMark x1="82207" y1="88942" x2="83784" y2="88942"/>
                        <a14:foregroundMark x1="86486" y1="89573" x2="87275" y2="89573"/>
                        <a14:foregroundMark x1="88176" y1="89573" x2="88176" y2="89573"/>
                        <a14:foregroundMark x1="25901" y1="46603" x2="25901" y2="73934"/>
                        <a14:foregroundMark x1="25901" y1="73934" x2="22973" y2="50395"/>
                        <a14:foregroundMark x1="22973" y1="50395" x2="26014" y2="53555"/>
                        <a14:foregroundMark x1="23986" y1="69510" x2="25338" y2="75197"/>
                        <a14:foregroundMark x1="25000" y1="78357" x2="25563" y2="79779"/>
                        <a14:foregroundMark x1="24212" y1="79779" x2="24212" y2="79779"/>
                        <a14:foregroundMark x1="25000" y1="80885" x2="25000" y2="80885"/>
                        <a14:foregroundMark x1="25676" y1="52923" x2="25113" y2="44392"/>
                        <a14:foregroundMark x1="25450" y1="45182" x2="24550" y2="58926"/>
                        <a14:foregroundMark x1="25676" y1="51975" x2="24212" y2="47551"/>
                        <a14:foregroundMark x1="44144" y1="45972" x2="42793" y2="45972"/>
                        <a14:foregroundMark x1="54842" y1="62559" x2="57432" y2="62717"/>
                        <a14:foregroundMark x1="53491" y1="27804" x2="40428" y2="27804"/>
                        <a14:foregroundMark x1="40428" y1="27804" x2="44707" y2="27962"/>
                        <a14:foregroundMark x1="32320" y1="29226" x2="35811" y2="30332"/>
                        <a14:foregroundMark x1="38401" y1="28120" x2="55968" y2="26540"/>
                        <a14:foregroundMark x1="55968" y1="26540" x2="69595" y2="17062"/>
                        <a14:foregroundMark x1="69595" y1="17062" x2="71059" y2="17536"/>
                        <a14:foregroundMark x1="68694" y1="21959" x2="67568" y2="33333"/>
                        <a14:foregroundMark x1="67005" y1="20063" x2="66104" y2="12006"/>
                        <a14:foregroundMark x1="73311" y1="64929" x2="76464" y2="61927"/>
                        <a14:foregroundMark x1="82658" y1="86730" x2="86599" y2="88310"/>
                        <a14:foregroundMark x1="32320" y1="93997" x2="35023" y2="94629"/>
                        <a14:foregroundMark x1="35248" y1="94945" x2="34234" y2="93207"/>
                        <a14:foregroundMark x1="34234" y1="92259" x2="34234" y2="91311"/>
                        <a14:foregroundMark x1="34347" y1="90363" x2="34347" y2="90363"/>
                        <a14:foregroundMark x1="35248" y1="92101" x2="35360" y2="93049"/>
                        <a14:foregroundMark x1="35360" y1="94471" x2="35360" y2="94471"/>
                        <a14:foregroundMark x1="35248" y1="91785" x2="35248" y2="91785"/>
                        <a14:foregroundMark x1="34797" y1="91153" x2="34685" y2="92259"/>
                        <a14:foregroundMark x1="34009" y1="93997" x2="34009" y2="94629"/>
                        <a14:foregroundMark x1="34009" y1="95261" x2="33446" y2="95419"/>
                        <a14:foregroundMark x1="32658" y1="95261" x2="32658" y2="95261"/>
                        <a14:foregroundMark x1="32320" y1="94945" x2="32320" y2="94945"/>
                        <a14:foregroundMark x1="32320" y1="94629" x2="32658" y2="95103"/>
                        <a14:foregroundMark x1="2477" y1="67773" x2="2477" y2="67773"/>
                        <a14:foregroundMark x1="3829" y1="68246" x2="4392" y2="68404"/>
                        <a14:foregroundMark x1="4842" y1="68404" x2="6532" y2="68404"/>
                        <a14:foregroundMark x1="7995" y1="68404" x2="8333" y2="68404"/>
                        <a14:foregroundMark x1="10135" y1="68404" x2="8108" y2="68562"/>
                        <a14:foregroundMark x1="6081" y1="68720" x2="19257" y2="67457"/>
                        <a14:foregroundMark x1="15315" y1="68878" x2="8446" y2="69036"/>
                        <a14:foregroundMark x1="6081" y1="69036" x2="8784" y2="68878"/>
                        <a14:foregroundMark x1="16892" y1="68562" x2="17455" y2="68404"/>
                        <a14:foregroundMark x1="18581" y1="68088" x2="20495" y2="67773"/>
                        <a14:foregroundMark x1="21959" y1="67773" x2="21959" y2="67773"/>
                        <a14:foregroundMark x1="19707" y1="67773" x2="15090" y2="67615"/>
                        <a14:foregroundMark x1="13851" y1="67615" x2="9009" y2="67773"/>
                        <a14:foregroundMark x1="4955" y1="67299" x2="1802" y2="66825"/>
                        <a14:foregroundMark x1="338" y1="66035" x2="225" y2="65245"/>
                        <a14:foregroundMark x1="225" y1="63349" x2="225" y2="61927"/>
                        <a14:foregroundMark x1="338" y1="58768" x2="225" y2="57662"/>
                        <a14:foregroundMark x1="225" y1="57188" x2="225" y2="57188"/>
                        <a14:foregroundMark x1="450" y1="61453" x2="676" y2="65561"/>
                        <a14:foregroundMark x1="1464" y1="69036" x2="1464" y2="68404"/>
                        <a14:foregroundMark x1="2027" y1="59716" x2="1802" y2="58294"/>
                        <a14:foregroundMark x1="1351" y1="56398" x2="225" y2="55924"/>
                        <a14:foregroundMark x1="225" y1="55924" x2="1351" y2="55766"/>
                        <a14:foregroundMark x1="3716" y1="55450" x2="5068" y2="55292"/>
                        <a14:foregroundMark x1="7995" y1="54818" x2="10360" y2="54502"/>
                        <a14:foregroundMark x1="11824" y1="54502" x2="13626" y2="54344"/>
                        <a14:foregroundMark x1="18243" y1="54344" x2="20045" y2="54344"/>
                        <a14:foregroundMark x1="20608" y1="54344" x2="20608" y2="54344"/>
                        <a14:foregroundMark x1="13514" y1="55292" x2="7207" y2="55292"/>
                        <a14:foregroundMark x1="3829" y1="54976" x2="2928" y2="54976"/>
                        <a14:foregroundMark x1="2703" y1="54976" x2="2703" y2="56240"/>
                        <a14:foregroundMark x1="8784" y1="57504" x2="12050" y2="57504"/>
                        <a14:foregroundMark x1="16441" y1="57504" x2="20608" y2="57662"/>
                        <a14:foregroundMark x1="22410" y1="57662" x2="22410" y2="57662"/>
                        <a14:foregroundMark x1="3153" y1="65877" x2="12050" y2="68720"/>
                        <a14:foregroundMark x1="19369" y1="67299" x2="19932" y2="67299"/>
                        <a14:foregroundMark x1="20946" y1="67299" x2="18131" y2="68246"/>
                        <a14:foregroundMark x1="16216" y1="68878" x2="12275" y2="69194"/>
                        <a14:foregroundMark x1="8108" y1="69036" x2="4842" y2="69036"/>
                        <a14:foregroundMark x1="2928" y1="69036" x2="2027" y2="69036"/>
                        <a14:foregroundMark x1="1239" y1="69036" x2="1239" y2="69036"/>
                        <a14:foregroundMark x1="3153" y1="68404" x2="3153" y2="68404"/>
                        <a14:foregroundMark x1="2928" y1="58926" x2="2928" y2="58926"/>
                        <a14:foregroundMark x1="2140" y1="57188" x2="4730" y2="56082"/>
                        <a14:foregroundMark x1="9234" y1="55608" x2="12838" y2="55450"/>
                        <a14:foregroundMark x1="15878" y1="55450" x2="15878" y2="55450"/>
                        <a14:foregroundMark x1="5856" y1="55766" x2="5856" y2="55766"/>
                        <a14:foregroundMark x1="2140" y1="56714" x2="2140" y2="56714"/>
                        <a14:foregroundMark x1="17455" y1="68246" x2="17455" y2="68246"/>
                        <a14:foregroundMark x1="20721" y1="68720" x2="20721" y2="68720"/>
                        <a14:foregroundMark x1="26239" y1="80885" x2="26239" y2="80885"/>
                        <a14:foregroundMark x1="45608" y1="70932" x2="45608" y2="70932"/>
                        <a14:foregroundMark x1="47523" y1="69036" x2="47523" y2="69036"/>
                        <a14:foregroundMark x1="49662" y1="68878" x2="49662" y2="68878"/>
                        <a14:foregroundMark x1="52365" y1="68878" x2="52703" y2="68878"/>
                        <a14:foregroundMark x1="54955" y1="68878" x2="54955" y2="68878"/>
                        <a14:foregroundMark x1="55743" y1="68878" x2="55293" y2="68878"/>
                        <a14:foregroundMark x1="51239" y1="68878" x2="54392" y2="68720"/>
                        <a14:foregroundMark x1="54505" y1="69510" x2="54505" y2="69510"/>
                        <a14:foregroundMark x1="52703" y1="66983" x2="52252" y2="61137"/>
                        <a14:foregroundMark x1="55631" y1="59716" x2="54955" y2="61295"/>
                        <a14:foregroundMark x1="55293" y1="59242" x2="55293" y2="59242"/>
                        <a14:foregroundMark x1="56194" y1="54818" x2="56532" y2="54186"/>
                        <a14:foregroundMark x1="57545" y1="51659" x2="57545" y2="51659"/>
                        <a14:foregroundMark x1="55293" y1="45972" x2="46509" y2="50711"/>
                        <a14:foregroundMark x1="46284" y1="50711" x2="55631" y2="48025"/>
                        <a14:foregroundMark x1="55293" y1="44076" x2="54730" y2="49447"/>
                        <a14:foregroundMark x1="57207" y1="64771" x2="58671" y2="63349"/>
                        <a14:foregroundMark x1="55405" y1="71248" x2="77140" y2="65403"/>
                        <a14:foregroundMark x1="77140" y1="65403" x2="74437" y2="67457"/>
                        <a14:foregroundMark x1="51464" y1="70300" x2="53829" y2="69194"/>
                        <a14:foregroundMark x1="53716" y1="72038" x2="50901" y2="69984"/>
                        <a14:foregroundMark x1="48198" y1="70458" x2="46622" y2="70458"/>
                        <a14:foregroundMark x1="44820" y1="70142" x2="44707" y2="69510"/>
                        <a14:foregroundMark x1="45495" y1="68720" x2="48086" y2="68246"/>
                        <a14:foregroundMark x1="51239" y1="68088" x2="52365" y2="68404"/>
                        <a14:foregroundMark x1="68694" y1="69668" x2="69820" y2="69668"/>
                        <a14:foregroundMark x1="71059" y1="69668" x2="71059" y2="69668"/>
                        <a14:foregroundMark x1="72635" y1="69036" x2="74099" y2="68720"/>
                        <a14:foregroundMark x1="75113" y1="68562" x2="75113" y2="68562"/>
                        <a14:foregroundMark x1="70833" y1="68720" x2="68581" y2="69036"/>
                        <a14:foregroundMark x1="65541" y1="69194" x2="64752" y2="69194"/>
                        <a14:foregroundMark x1="64865" y1="69194" x2="67117" y2="69510"/>
                        <a14:foregroundMark x1="68131" y1="69510" x2="68131" y2="69510"/>
                        <a14:foregroundMark x1="68131" y1="68562" x2="68468" y2="68088"/>
                        <a14:foregroundMark x1="68806" y1="67615" x2="68806" y2="67615"/>
                        <a14:foregroundMark x1="44707" y1="44234" x2="43694" y2="44076"/>
                        <a14:foregroundMark x1="42455" y1="44076" x2="43468" y2="45182"/>
                        <a14:foregroundMark x1="43694" y1="45498" x2="43694" y2="45498"/>
                        <a14:foregroundMark x1="44482" y1="45498" x2="44482" y2="45498"/>
                        <a14:foregroundMark x1="44482" y1="45182" x2="44369" y2="44708"/>
                        <a14:foregroundMark x1="27477" y1="45182" x2="26126" y2="45498"/>
                        <a14:foregroundMark x1="25450" y1="45024" x2="25676" y2="45498"/>
                        <a14:foregroundMark x1="26239" y1="46288" x2="25901" y2="45024"/>
                        <a14:foregroundMark x1="25113" y1="43760" x2="24437" y2="42970"/>
                        <a14:foregroundMark x1="23986" y1="42022" x2="23986" y2="42022"/>
                        <a14:foregroundMark x1="23986" y1="42022" x2="24437" y2="42970"/>
                        <a14:foregroundMark x1="24662" y1="44234" x2="24662" y2="45814"/>
                        <a14:foregroundMark x1="24662" y1="47235" x2="24662" y2="48657"/>
                        <a14:foregroundMark x1="25000" y1="51027" x2="25338" y2="53397"/>
                        <a14:foregroundMark x1="33333" y1="30806" x2="32995" y2="30490"/>
                        <a14:foregroundMark x1="31982" y1="29542" x2="31982" y2="29542"/>
                        <a14:foregroundMark x1="32095" y1="28436" x2="32095" y2="27804"/>
                        <a14:foregroundMark x1="32095" y1="27172" x2="32995" y2="27014"/>
                        <a14:foregroundMark x1="33671" y1="26540" x2="34459" y2="26540"/>
                        <a14:foregroundMark x1="36036" y1="26540" x2="36599" y2="26540"/>
                        <a14:foregroundMark x1="37162" y1="26540" x2="37162" y2="26540"/>
                        <a14:foregroundMark x1="34122" y1="26540" x2="32432" y2="26540"/>
                        <a14:foregroundMark x1="31532" y1="26224" x2="30968" y2="26224"/>
                        <a14:foregroundMark x1="31419" y1="26224" x2="33221" y2="26224"/>
                        <a14:foregroundMark x1="34797" y1="26224" x2="37387" y2="26382"/>
                        <a14:foregroundMark x1="37838" y1="26540" x2="37838" y2="26540"/>
                        <a14:foregroundMark x1="34122" y1="26698" x2="32995" y2="26698"/>
                        <a14:foregroundMark x1="30968" y1="26382" x2="30968" y2="26382"/>
                        <a14:foregroundMark x1="31644" y1="26066" x2="34009" y2="25908"/>
                        <a14:foregroundMark x1="34459" y1="25908" x2="35360" y2="25908"/>
                        <a14:foregroundMark x1="36036" y1="25908" x2="36599" y2="25908"/>
                        <a14:foregroundMark x1="37275" y1="25750" x2="37275" y2="25750"/>
                        <a14:foregroundMark x1="34122" y1="25750" x2="32320" y2="25908"/>
                        <a14:foregroundMark x1="31644" y1="26066" x2="30968" y2="27804"/>
                        <a14:foregroundMark x1="30743" y1="28752" x2="30743" y2="30648"/>
                        <a14:foregroundMark x1="31081" y1="31596" x2="32207" y2="32227"/>
                        <a14:foregroundMark x1="33784" y1="32385" x2="36036" y2="32385"/>
                        <a14:foregroundMark x1="37050" y1="32385" x2="37613" y2="32701"/>
                        <a14:foregroundMark x1="60923" y1="26698" x2="60586" y2="25276"/>
                        <a14:foregroundMark x1="60473" y1="22749" x2="60473" y2="20379"/>
                        <a14:foregroundMark x1="60473" y1="17852" x2="60923" y2="15324"/>
                        <a14:foregroundMark x1="62500" y1="13270" x2="65090" y2="12638"/>
                        <a14:foregroundMark x1="67568" y1="12480" x2="70270" y2="12480"/>
                        <a14:foregroundMark x1="75000" y1="12480" x2="75000" y2="12480"/>
                        <a14:foregroundMark x1="72297" y1="14376" x2="70270" y2="14692"/>
                        <a14:foregroundMark x1="66329" y1="13744" x2="62838" y2="13428"/>
                        <a14:foregroundMark x1="60586" y1="13902" x2="60023" y2="15324"/>
                        <a14:foregroundMark x1="60248" y1="16746" x2="60248" y2="19431"/>
                        <a14:foregroundMark x1="60360" y1="21011" x2="60360" y2="22907"/>
                        <a14:foregroundMark x1="60360" y1="24487" x2="60360" y2="24329"/>
                        <a14:foregroundMark x1="60811" y1="18167" x2="61036" y2="15166"/>
                        <a14:foregroundMark x1="61824" y1="14060" x2="64752" y2="13902"/>
                        <a14:foregroundMark x1="69932" y1="14534" x2="73536" y2="15166"/>
                        <a14:foregroundMark x1="74324" y1="15324" x2="74099" y2="17852"/>
                        <a14:foregroundMark x1="73423" y1="21011" x2="71734" y2="27804"/>
                        <a14:foregroundMark x1="71622" y1="25118" x2="72523" y2="19115"/>
                        <a14:foregroundMark x1="72748" y1="18167" x2="72297" y2="21011"/>
                        <a14:foregroundMark x1="71509" y1="24803" x2="70495" y2="27172"/>
                        <a14:foregroundMark x1="67905" y1="28752" x2="67005" y2="28910"/>
                        <a14:foregroundMark x1="67005" y1="28910" x2="69820" y2="28910"/>
                        <a14:foregroundMark x1="71059" y1="28752" x2="72635" y2="28120"/>
                        <a14:foregroundMark x1="73086" y1="27330" x2="72748" y2="26066"/>
                        <a14:foregroundMark x1="73536" y1="19905" x2="73536" y2="19905"/>
                        <a14:foregroundMark x1="72860" y1="21485" x2="71396" y2="25908"/>
                        <a14:foregroundMark x1="70045" y1="29068" x2="70721" y2="32859"/>
                        <a14:foregroundMark x1="71509" y1="33649" x2="72523" y2="34123"/>
                        <a14:foregroundMark x1="75901" y1="34439" x2="77027" y2="34439"/>
                        <a14:foregroundMark x1="77815" y1="34439" x2="77815" y2="34439"/>
                        <a14:foregroundMark x1="73649" y1="30964" x2="72748" y2="30174"/>
                        <a14:foregroundMark x1="71847" y1="29384" x2="71396" y2="30964"/>
                        <a14:foregroundMark x1="71509" y1="34123" x2="73761" y2="35071"/>
                        <a14:foregroundMark x1="77815" y1="35071" x2="78941" y2="35071"/>
                        <a14:foregroundMark x1="78941" y1="35703" x2="76577" y2="38863"/>
                        <a14:foregroundMark x1="75788" y1="41232" x2="74887" y2="46445"/>
                        <a14:foregroundMark x1="74887" y1="46603" x2="77590" y2="32701"/>
                        <a14:foregroundMark x1="73536" y1="32227" x2="78153" y2="33175"/>
                        <a14:foregroundMark x1="77815" y1="36177" x2="77140" y2="37599"/>
                        <a14:foregroundMark x1="76126" y1="33175" x2="76689" y2="33807"/>
                        <a14:foregroundMark x1="76802" y1="47077" x2="89865" y2="55292"/>
                        <a14:foregroundMark x1="89865" y1="55292" x2="92117" y2="54976"/>
                        <a14:foregroundMark x1="90766" y1="56398" x2="90766" y2="56398"/>
                        <a14:foregroundMark x1="91892" y1="56872" x2="93694" y2="56872"/>
                        <a14:foregroundMark x1="97635" y1="57030" x2="97973" y2="57030"/>
                        <a14:foregroundMark x1="94932" y1="56714" x2="93468" y2="56714"/>
                        <a14:foregroundMark x1="93468" y1="56714" x2="93468" y2="56714"/>
                        <a14:foregroundMark x1="93468" y1="56714" x2="95721" y2="56398"/>
                        <a14:foregroundMark x1="97072" y1="56240" x2="98986" y2="56240"/>
                        <a14:foregroundMark x1="99887" y1="56082" x2="98761" y2="55924"/>
                        <a14:foregroundMark x1="94032" y1="55450" x2="91892" y2="55292"/>
                        <a14:foregroundMark x1="90766" y1="55292" x2="90766" y2="55292"/>
                        <a14:foregroundMark x1="93919" y1="55766" x2="97297" y2="56398"/>
                        <a14:foregroundMark x1="97973" y1="56714" x2="97973" y2="56714"/>
                        <a14:foregroundMark x1="19482" y1="55292" x2="14640" y2="55608"/>
                        <a14:foregroundMark x1="14640" y1="55608" x2="14640" y2="55608"/>
                        <a14:foregroundMark x1="24212" y1="33807" x2="30180" y2="32701"/>
                        <a14:foregroundMark x1="25225" y1="33017" x2="25225" y2="33017"/>
                        <a14:foregroundMark x1="28491" y1="32701" x2="28491" y2="32701"/>
                        <a14:foregroundMark x1="26014" y1="32701" x2="25225" y2="32701"/>
                        <a14:foregroundMark x1="24437" y1="32701" x2="25901" y2="40916"/>
                        <a14:foregroundMark x1="25338" y1="41706" x2="23649" y2="33649"/>
                        <a14:foregroundMark x1="25225" y1="40916" x2="25113" y2="41548"/>
                        <a14:foregroundMark x1="25450" y1="34755" x2="25225" y2="34123"/>
                        <a14:foregroundMark x1="23198" y1="32859" x2="29279" y2="33017"/>
                        <a14:foregroundMark x1="29167" y1="32859" x2="30743" y2="32227"/>
                        <a14:foregroundMark x1="27252" y1="33807" x2="27252" y2="33807"/>
                        <a14:foregroundMark x1="26689" y1="33175" x2="26689" y2="33175"/>
                        <a14:foregroundMark x1="87162" y1="66193" x2="90878" y2="64297"/>
                        <a14:foregroundMark x1="87162" y1="64929" x2="87162" y2="64929"/>
                        <a14:foregroundMark x1="94595" y1="66351" x2="94595" y2="66351"/>
                        <a14:foregroundMark x1="93919" y1="71564" x2="80068" y2="71090"/>
                        <a14:foregroundMark x1="80068" y1="71090" x2="94144" y2="74566"/>
                        <a14:foregroundMark x1="82995" y1="85940" x2="87275" y2="82306"/>
                        <a14:foregroundMark x1="82207" y1="90363" x2="75901" y2="85940"/>
                        <a14:foregroundMark x1="26126" y1="81517" x2="32207" y2="91627"/>
                        <a14:foregroundMark x1="30068" y1="90995" x2="30068" y2="90995"/>
                        <a14:foregroundMark x1="29505" y1="90995" x2="27365" y2="91469"/>
                        <a14:foregroundMark x1="25676" y1="91469" x2="24324" y2="91311"/>
                        <a14:foregroundMark x1="23423" y1="90995" x2="23423" y2="90995"/>
                        <a14:foregroundMark x1="24324" y1="90995" x2="33784" y2="91153"/>
                        <a14:foregroundMark x1="30968" y1="91311" x2="30518" y2="91469"/>
                        <a14:foregroundMark x1="29955" y1="91627" x2="28604" y2="91785"/>
                        <a14:foregroundMark x1="27140" y1="91785" x2="26351" y2="91785"/>
                        <a14:foregroundMark x1="25000" y1="91627" x2="25000" y2="91627"/>
                        <a14:foregroundMark x1="24437" y1="91627" x2="24437" y2="91627"/>
                        <a14:foregroundMark x1="23536" y1="91469" x2="23198" y2="90679"/>
                        <a14:foregroundMark x1="23198" y1="90047" x2="23536" y2="89415"/>
                        <a14:foregroundMark x1="24437" y1="87836" x2="24887" y2="86730"/>
                        <a14:foregroundMark x1="25338" y1="84044" x2="25338" y2="84044"/>
                        <a14:foregroundMark x1="25225" y1="82622" x2="25225" y2="82622"/>
                        <a14:foregroundMark x1="24662" y1="84044" x2="23874" y2="87836"/>
                        <a14:foregroundMark x1="23874" y1="87994" x2="23986" y2="87046"/>
                        <a14:foregroundMark x1="24662" y1="84518" x2="25901" y2="80569"/>
                        <a14:foregroundMark x1="26239" y1="79937" x2="26239" y2="79937"/>
                        <a14:foregroundMark x1="20270" y1="69194" x2="20270" y2="69194"/>
                        <a14:foregroundMark x1="19257" y1="69194" x2="17455" y2="69194"/>
                        <a14:foregroundMark x1="17117" y1="69194" x2="17117" y2="69194"/>
                        <a14:foregroundMark x1="2252" y1="56082" x2="2252" y2="56082"/>
                        <a14:foregroundMark x1="2140" y1="56714" x2="2140" y2="56714"/>
                        <a14:foregroundMark x1="1126" y1="56082" x2="1126" y2="56082"/>
                        <a14:foregroundMark x1="1464" y1="56082" x2="1464" y2="56082"/>
                        <a14:foregroundMark x1="2252" y1="56082" x2="2252" y2="56082"/>
                        <a14:foregroundMark x1="2365" y1="56082" x2="1464" y2="56082"/>
                        <a14:foregroundMark x1="3153" y1="56714" x2="2815" y2="56398"/>
                        <a14:foregroundMark x1="1802" y1="55766" x2="1802" y2="55766"/>
                        <a14:foregroundMark x1="1689" y1="55766" x2="1689" y2="55766"/>
                        <a14:foregroundMark x1="26014" y1="33175" x2="28153" y2="32859"/>
                        <a14:foregroundMark x1="27252" y1="33175" x2="27252" y2="33175"/>
                        <a14:foregroundMark x1="26577" y1="33333" x2="26577" y2="33333"/>
                        <a14:foregroundMark x1="26351" y1="32859" x2="26351" y2="32859"/>
                        <a14:foregroundMark x1="61486" y1="9795" x2="61486" y2="9795"/>
                        <a14:foregroundMark x1="60923" y1="7741" x2="60923" y2="7741"/>
                        <a14:foregroundMark x1="60811" y1="4897" x2="60811" y2="4897"/>
                        <a14:foregroundMark x1="60586" y1="6477" x2="60586" y2="8215"/>
                        <a14:foregroundMark x1="60586" y1="9479" x2="60586" y2="9479"/>
                        <a14:foregroundMark x1="60586" y1="10111" x2="61599" y2="11058"/>
                        <a14:foregroundMark x1="72297" y1="8847" x2="72297" y2="8847"/>
                        <a14:foregroundMark x1="71847" y1="6951" x2="71734" y2="6161"/>
                        <a14:foregroundMark x1="71622" y1="4581" x2="71622" y2="3949"/>
                        <a14:foregroundMark x1="71622" y1="3318" x2="71622" y2="3318"/>
                        <a14:foregroundMark x1="71622" y1="2528" x2="71622" y2="2528"/>
                        <a14:foregroundMark x1="71396" y1="6161" x2="71509" y2="9637"/>
                        <a14:foregroundMark x1="71509" y1="10900" x2="71622" y2="12480"/>
                        <a14:foregroundMark x1="71284" y1="6635" x2="71284" y2="2528"/>
                        <a14:backgroundMark x1="16329" y1="20379" x2="16329" y2="20379"/>
                        <a14:backgroundMark x1="24212" y1="19115" x2="24212" y2="19115"/>
                        <a14:backgroundMark x1="85473" y1="25908" x2="85473" y2="25908"/>
                        <a14:backgroundMark x1="83896" y1="24803" x2="83896" y2="24803"/>
                        <a14:backgroundMark x1="85473" y1="34281" x2="85811" y2="40442"/>
                        <a14:backgroundMark x1="79505" y1="71090" x2="79505" y2="71090"/>
                      </a14:backgroundRemoval>
                    </a14:imgEffect>
                  </a14:imgLayer>
                </a14:imgProps>
              </a:ext>
              <a:ext uri="{28A0092B-C50C-407E-A947-70E740481C1C}">
                <a14:useLocalDpi xmlns:a14="http://schemas.microsoft.com/office/drawing/2010/main" val="0"/>
              </a:ext>
            </a:extLst>
          </a:blip>
          <a:stretch>
            <a:fillRect/>
          </a:stretch>
        </p:blipFill>
        <p:spPr>
          <a:xfrm>
            <a:off x="7248128" y="2384885"/>
            <a:ext cx="4141655" cy="2952328"/>
          </a:xfrm>
          <a:prstGeom prst="rect">
            <a:avLst/>
          </a:prstGeom>
        </p:spPr>
      </p:pic>
      <p:sp>
        <p:nvSpPr>
          <p:cNvPr id="4" name="矩形 3">
            <a:extLst>
              <a:ext uri="{FF2B5EF4-FFF2-40B4-BE49-F238E27FC236}">
                <a16:creationId xmlns:a16="http://schemas.microsoft.com/office/drawing/2014/main" id="{9C023F9D-1B5B-E644-407D-E319205473AF}"/>
              </a:ext>
            </a:extLst>
          </p:cNvPr>
          <p:cNvSpPr/>
          <p:nvPr/>
        </p:nvSpPr>
        <p:spPr>
          <a:xfrm>
            <a:off x="5955200" y="5435351"/>
            <a:ext cx="5688632" cy="307777"/>
          </a:xfrm>
          <a:prstGeom prst="rect">
            <a:avLst/>
          </a:prstGeom>
        </p:spPr>
        <p:txBody>
          <a:bodyPr wrap="square">
            <a:spAutoFit/>
          </a:bodyPr>
          <a:lstStyle/>
          <a:p>
            <a:pPr lvl="2"/>
            <a:r>
              <a:rPr lang="en-US" altLang="zh-CN" sz="1400" dirty="0"/>
              <a:t>Figure: Structure of the controllable diffusion model.</a:t>
            </a:r>
          </a:p>
        </p:txBody>
      </p:sp>
    </p:spTree>
    <p:extLst>
      <p:ext uri="{BB962C8B-B14F-4D97-AF65-F5344CB8AC3E}">
        <p14:creationId xmlns:p14="http://schemas.microsoft.com/office/powerpoint/2010/main" val="3374294137"/>
      </p:ext>
    </p:extLst>
  </p:cSld>
  <p:clrMapOvr>
    <a:masterClrMapping/>
  </p:clrMapOvr>
</p:sld>
</file>

<file path=ppt/theme/theme1.xml><?xml version="1.0" encoding="utf-8"?>
<a:theme xmlns:a="http://schemas.openxmlformats.org/drawingml/2006/main" name="University of Melbourne">
  <a:themeElements>
    <a:clrScheme name="UOM Option2 Colours">
      <a:dk1>
        <a:sysClr val="windowText" lastClr="000000"/>
      </a:dk1>
      <a:lt1>
        <a:sysClr val="window" lastClr="FFFFFF"/>
      </a:lt1>
      <a:dk2>
        <a:srgbClr val="000000"/>
      </a:dk2>
      <a:lt2>
        <a:srgbClr val="000F46"/>
      </a:lt2>
      <a:accent1>
        <a:srgbClr val="000000"/>
      </a:accent1>
      <a:accent2>
        <a:srgbClr val="46C8F0"/>
      </a:accent2>
      <a:accent3>
        <a:srgbClr val="FF2D3C"/>
      </a:accent3>
      <a:accent4>
        <a:srgbClr val="885771"/>
      </a:accent4>
      <a:accent5>
        <a:srgbClr val="9FB825"/>
      </a:accent5>
      <a:accent6>
        <a:srgbClr val="003C55"/>
      </a:accent6>
      <a:hlink>
        <a:srgbClr val="000F46"/>
      </a:hlink>
      <a:folHlink>
        <a:srgbClr val="000F46"/>
      </a:folHlink>
    </a:clrScheme>
    <a:fontScheme name="University of Melbourn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E6E6E6"/>
        </a:solidFill>
        <a:ln>
          <a:noFill/>
        </a:ln>
      </a:spPr>
      <a:bodyPr rot="0" spcFirstLastPara="0" vertOverflow="overflow" horzOverflow="overflow" vert="horz" wrap="square" lIns="0" tIns="0" rIns="0" bIns="0" numCol="1" spcCol="0" rtlCol="0" fromWordArt="0" anchor="ctr" anchorCtr="0" forceAA="0" compatLnSpc="1">
        <a:prstTxWarp prst="textNoShape">
          <a:avLst/>
        </a:prstTxWarp>
        <a:noAutofit/>
      </a:bodyPr>
      <a:lstStyle>
        <a:defPPr algn="ctr">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custClrLst>
    <a:custClr name="Black Sheoak (Dark)">
      <a:srgbClr val="78000D"/>
    </a:custClr>
    <a:custClr name="Possum (Dark)">
      <a:srgbClr val="73234B"/>
    </a:custClr>
    <a:custClr name="Possum (Light)">
      <a:srgbClr val="EB7BBE"/>
    </a:custClr>
    <a:custClr name="Yam Daisy (Dark)">
      <a:srgbClr val="A84500"/>
    </a:custClr>
    <a:custClr name="Yam Daisy (Light)">
      <a:srgbClr val="FFD629"/>
    </a:custClr>
    <a:custClr name="Magpie (Light)">
      <a:srgbClr val="C8C8C8"/>
    </a:custClr>
    <a:custClr name="Mt William Greenstone (Light)">
      <a:srgbClr val="ABC1A7"/>
    </a:custClr>
    <a:custClr name="River Red Gum (Dark)">
      <a:srgbClr val="2C421D"/>
    </a:custClr>
    <a:custClr name="Magpie (Dark)">
      <a:srgbClr val="2D2D2D"/>
    </a:custClr>
    <a:custClr name="Mt William Greenstone (Dark)">
      <a:srgbClr val="444A40"/>
    </a:custClr>
  </a:custClrLst>
  <a:extLst>
    <a:ext uri="{05A4C25C-085E-4340-85A3-A5531E510DB2}">
      <thm15:themeFamily xmlns:thm15="http://schemas.microsoft.com/office/thememl/2012/main" name="Master_University of Melbourne.potx" id="{EEF8E8C5-136A-4328-9120-DC238DB23620}" vid="{3C59B156-C13B-4CA4-AD0B-4F3716D70D1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UI/customUI.xml><?xml version="1.0" encoding="utf-8"?>
<customUI xmlns="http://schemas.microsoft.com/office/2006/01/customui">
  <ribbon startFromScratch="false">
    <tabs>
      <tab id="CustomTab" label="University of Melbourne" insertBeforeMso="TabHome" keytip="Q">
        <group idMso="GroupSlides"/>
        <group id="Group1" label="Change Bullet Styles">
          <button idMso="IndentDecrease" visible="true" label="Decrease List Level" size="large"/>
          <button idMso="IndentIncrease" visible="true" label="Increase List Level" size="large"/>
        </group>
        <group id="Group2" label=" ">
          <checkBox idMso="GuidesShowHide" label="Guides"/>
          <splitButton id="groupsplitbutton" size="normal">
            <button idMso="ObjectsGroup"/>
            <menu id="groupsplitmenu" itemSize="large">
              <button idMso="ObjectsUngroup" description="Un-group selected objects" screentip="Un-group selected objects"/>
              <button idMso="ObjectsRegroup" description="Combine and re-Group selected objects" screentip="Combine and re-Group selected objects"/>
            </menu>
          </splitButton>
          <splitButton id="Cropping" size="normal">
            <toggleButton idMso="PictureCrop" label="Crop Tools"/>
            <menu id="CropMenu" itemSize="large">
              <button idMso="PictureFitCrop" description="Resize picture to fit the placeholder proportionally"/>
              <menuSeparator id="croppingmenu2"/>
              <menu idMso="PictureCropAspectRatioMenu" description="Crop image to selected aspect ratio"/>
              <gallery idMso="PictureShapeGallery" description="Crop image to selected shape"/>
            </menu>
          </splitButton>
          <separator id="sep1"/>
          <button idMso="ZoomFitToWindow" size="large" label="Fit to Window"/>
        </group>
        <group id="customGroup3" label="Accessibility Tools">
          <splitButton idMso="MenuAccessibility" visible="true" size="large"/>
          <separator id="Acc"/>
          <toggleButton idMso="AltTextPaneRibbon" visible="true" size="large"/>
          <separator id="sep3"/>
          <toggleButton idMso="SelectionPane" label="Selection Pane" size="large"/>
          <separator id="sep2"/>
          <splitButton id="sendbacksplitbutton" size="large">
            <button idMso="ObjectSendToBack" label="Send to Back"/>
            <menu id="sendbacksplitmenu" itemSize="large">
              <button idMso="ObjectBringToFront" label="Bring to Front"/>
            </menu>
          </splitButton>
        </group>
        <group id="group3" label=" ">
          <button idMso="PictureInsertFromFilePowerPoint" visible="true" size="large" label="Insert Symbols and Patterns" imageMso="InsertPictures"/>
          <button idMso="HeaderFooterInsert" size="large"/>
          <button idMso="PasteTextOnly" size="large" imageMso="Paste" label="Paste Unformatted"/>
        </group>
      </tab>
    </tabs>
  </ribbon>
</customUI>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1A11C620F3B436428A25057898027FE7" ma:contentTypeVersion="13" ma:contentTypeDescription="Create a new document." ma:contentTypeScope="" ma:versionID="e75af887571335a19ecb0f2c01abbd63">
  <xsd:schema xmlns:xsd="http://www.w3.org/2001/XMLSchema" xmlns:xs="http://www.w3.org/2001/XMLSchema" xmlns:p="http://schemas.microsoft.com/office/2006/metadata/properties" xmlns:ns2="11b4f495-11b8-43f2-b0a6-bd3e9198cf0b" xmlns:ns3="ae8ede3d-ca04-40de-a521-e5739ec48b5f" targetNamespace="http://schemas.microsoft.com/office/2006/metadata/properties" ma:root="true" ma:fieldsID="5a5d3d7acb5601e93c2cbac012439d32" ns2:_="" ns3:_="">
    <xsd:import namespace="11b4f495-11b8-43f2-b0a6-bd3e9198cf0b"/>
    <xsd:import namespace="ae8ede3d-ca04-40de-a521-e5739ec48b5f"/>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ServiceGenerationTime" minOccurs="0"/>
                <xsd:element ref="ns2:MediaServiceEventHashCode" minOccurs="0"/>
                <xsd:element ref="ns2:MediaServiceLocation" minOccurs="0"/>
                <xsd:element ref="ns2:MediaServiceOCR" minOccurs="0"/>
                <xsd:element ref="ns2:MediaServiceAutoKeyPoints" minOccurs="0"/>
                <xsd:element ref="ns2:MediaServiceKeyPoint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1b4f495-11b8-43f2-b0a6-bd3e9198cf0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Location" ma:index="14" nillable="true" ma:displayName="Location" ma:internalName="MediaServiceLocatio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lcf76f155ced4ddcb4097134ff3c332f" ma:index="19" nillable="true" ma:taxonomy="true" ma:internalName="lcf76f155ced4ddcb4097134ff3c332f" ma:taxonomyFieldName="MediaServiceImageTags" ma:displayName="Image Tags" ma:readOnly="false" ma:fieldId="{5cf76f15-5ced-4ddc-b409-7134ff3c332f}" ma:taxonomyMulti="true" ma:sspId="166921fe-4017-451f-be36-692af8ba859e"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ae8ede3d-ca04-40de-a521-e5739ec48b5f" elementFormDefault="qualified">
    <xsd:import namespace="http://schemas.microsoft.com/office/2006/documentManagement/types"/>
    <xsd:import namespace="http://schemas.microsoft.com/office/infopath/2007/PartnerControls"/>
    <xsd:element name="TaxCatchAll" ma:index="20" nillable="true" ma:displayName="Taxonomy Catch All Column" ma:hidden="true" ma:list="{eebe2cbe-a4cc-4daf-9365-b3e719dfc505}" ma:internalName="TaxCatchAll" ma:showField="CatchAllData" ma:web="ae8ede3d-ca04-40de-a521-e5739ec48b5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11b4f495-11b8-43f2-b0a6-bd3e9198cf0b">
      <Terms xmlns="http://schemas.microsoft.com/office/infopath/2007/PartnerControls"/>
    </lcf76f155ced4ddcb4097134ff3c332f>
    <TaxCatchAll xmlns="ae8ede3d-ca04-40de-a521-e5739ec48b5f"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DBE7C61-A3B0-4286-8062-81097C40FCE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1b4f495-11b8-43f2-b0a6-bd3e9198cf0b"/>
    <ds:schemaRef ds:uri="ae8ede3d-ca04-40de-a521-e5739ec48b5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FE8FFBB9-4FB3-4A1F-8381-B3FA72337E91}">
  <ds:schemaRefs>
    <ds:schemaRef ds:uri="http://purl.org/dc/dcmitype/"/>
    <ds:schemaRef ds:uri="http://schemas.microsoft.com/office/2006/documentManagement/types"/>
    <ds:schemaRef ds:uri="http://schemas.openxmlformats.org/package/2006/metadata/core-properties"/>
    <ds:schemaRef ds:uri="http://purl.org/dc/elements/1.1/"/>
    <ds:schemaRef ds:uri="http://purl.org/dc/terms/"/>
    <ds:schemaRef ds:uri="http://schemas.microsoft.com/office/2006/metadata/properties"/>
    <ds:schemaRef ds:uri="ae8ede3d-ca04-40de-a521-e5739ec48b5f"/>
    <ds:schemaRef ds:uri="http://schemas.microsoft.com/office/infopath/2007/PartnerControls"/>
    <ds:schemaRef ds:uri="11b4f495-11b8-43f2-b0a6-bd3e9198cf0b"/>
    <ds:schemaRef ds:uri="http://www.w3.org/XML/1998/namespace"/>
  </ds:schemaRefs>
</ds:datastoreItem>
</file>

<file path=customXml/itemProps3.xml><?xml version="1.0" encoding="utf-8"?>
<ds:datastoreItem xmlns:ds="http://schemas.openxmlformats.org/officeDocument/2006/customXml" ds:itemID="{42C75387-93F6-4D93-B300-D671EFAD96D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Master_University-of-Melbourne</Template>
  <TotalTime>4378</TotalTime>
  <Words>2458</Words>
  <Application>Microsoft Office PowerPoint</Application>
  <PresentationFormat>宽屏</PresentationFormat>
  <Paragraphs>231</Paragraphs>
  <Slides>17</Slides>
  <Notes>17</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17</vt:i4>
      </vt:variant>
    </vt:vector>
  </HeadingPairs>
  <TitlesOfParts>
    <vt:vector size="22" baseType="lpstr">
      <vt:lpstr>HelveticaNeue Regular</vt:lpstr>
      <vt:lpstr>Arial</vt:lpstr>
      <vt:lpstr>Calibri</vt:lpstr>
      <vt:lpstr>Open Sans</vt:lpstr>
      <vt:lpstr>University of Melbourne</vt:lpstr>
      <vt:lpstr>Data Quality of Generative Images for Object Detection</vt:lpstr>
      <vt:lpstr>Background</vt:lpstr>
      <vt:lpstr>Background</vt:lpstr>
      <vt:lpstr>Background</vt:lpstr>
      <vt:lpstr>Motivation: Previous Work</vt:lpstr>
      <vt:lpstr>Motivation: Previous Work</vt:lpstr>
      <vt:lpstr>Motivation: Previous Work</vt:lpstr>
      <vt:lpstr>Motivation: Advances in Generative Models</vt:lpstr>
      <vt:lpstr>Motivation: Advances in Generative Models</vt:lpstr>
      <vt:lpstr>Research Objectives</vt:lpstr>
      <vt:lpstr>Research Framework</vt:lpstr>
      <vt:lpstr>Methodology: Generation Pipeline</vt:lpstr>
      <vt:lpstr>Methodology: Downstream Task</vt:lpstr>
      <vt:lpstr>Evaluation</vt:lpstr>
      <vt:lpstr>Expected Contributions</vt:lpstr>
      <vt:lpstr>Reference</vt:lpstr>
      <vt:lpstr>Appendix</vt:lpstr>
    </vt:vector>
  </TitlesOfParts>
  <Company>The University of Melbourne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Instructions Microsoft PowerPoint</dc:title>
  <dc:creator>Susannah Woodward</dc:creator>
  <cp:lastModifiedBy>景成 钱</cp:lastModifiedBy>
  <cp:revision>39</cp:revision>
  <dcterms:created xsi:type="dcterms:W3CDTF">2024-08-22T01:42:58Z</dcterms:created>
  <dcterms:modified xsi:type="dcterms:W3CDTF">2025-10-20T04:18:14Z</dcterms:modified>
  <cp:category>PowerPoint Template</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0x0101001A11C620F3B436428A25057898027FE7</vt:lpwstr>
  </property>
</Properties>
</file>